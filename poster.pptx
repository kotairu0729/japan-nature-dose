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9202400" cy="27157680"/>
  <p:notesSz cx="27157680" cy="1920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9202400" cy="27157680"/>
          </a:xfrm>
          <a:prstGeom prst="rect">
            <a:avLst/>
          </a:prstGeom>
          <a:solidFill>
            <a:srgbClr val="F5EEE0"/>
          </a:solidFill>
          <a:ln w="12700">
            <a:solidFill>
              <a:srgbClr val="F5EEE0"/>
            </a:solidFill>
            <a:prstDash val="solid"/>
          </a:ln>
        </p:spPr>
      </p:sp>
      <p:sp>
        <p:nvSpPr>
          <p:cNvPr id="3" name="Shape 1"/>
          <p:cNvSpPr/>
          <p:nvPr/>
        </p:nvSpPr>
        <p:spPr>
          <a:xfrm>
            <a:off x="749808" y="0"/>
            <a:ext cx="27432" cy="27157680"/>
          </a:xfrm>
          <a:prstGeom prst="rect">
            <a:avLst/>
          </a:prstGeom>
          <a:solidFill>
            <a:srgbClr val="C8A85F">
              <a:alpha val="13000"/>
            </a:srgbClr>
          </a:solidFill>
          <a:ln w="12700">
            <a:solidFill>
              <a:srgbClr val="F5EEE0"/>
            </a:solidFill>
            <a:prstDash val="solid"/>
          </a:ln>
        </p:spPr>
      </p:sp>
      <p:sp>
        <p:nvSpPr>
          <p:cNvPr id="4" name="Shape 2"/>
          <p:cNvSpPr/>
          <p:nvPr/>
        </p:nvSpPr>
        <p:spPr>
          <a:xfrm>
            <a:off x="1527048" y="0"/>
            <a:ext cx="27432" cy="27157680"/>
          </a:xfrm>
          <a:prstGeom prst="rect">
            <a:avLst/>
          </a:prstGeom>
          <a:solidFill>
            <a:srgbClr val="C8A85F">
              <a:alpha val="13000"/>
            </a:srgbClr>
          </a:solidFill>
          <a:ln w="12700">
            <a:solidFill>
              <a:srgbClr val="F5EEE0"/>
            </a:solidFill>
            <a:prstDash val="solid"/>
          </a:ln>
        </p:spPr>
      </p:sp>
      <p:sp>
        <p:nvSpPr>
          <p:cNvPr id="5" name="Shape 3"/>
          <p:cNvSpPr/>
          <p:nvPr/>
        </p:nvSpPr>
        <p:spPr>
          <a:xfrm>
            <a:off x="2304288" y="0"/>
            <a:ext cx="27432" cy="27157680"/>
          </a:xfrm>
          <a:prstGeom prst="rect">
            <a:avLst/>
          </a:prstGeom>
          <a:solidFill>
            <a:srgbClr val="C8A85F">
              <a:alpha val="13000"/>
            </a:srgbClr>
          </a:solidFill>
          <a:ln w="12700">
            <a:solidFill>
              <a:srgbClr val="F5EEE0"/>
            </a:solidFill>
            <a:prstDash val="solid"/>
          </a:ln>
        </p:spPr>
      </p:sp>
      <p:sp>
        <p:nvSpPr>
          <p:cNvPr id="6" name="Shape 4"/>
          <p:cNvSpPr/>
          <p:nvPr/>
        </p:nvSpPr>
        <p:spPr>
          <a:xfrm>
            <a:off x="3081528" y="0"/>
            <a:ext cx="27432" cy="27157680"/>
          </a:xfrm>
          <a:prstGeom prst="rect">
            <a:avLst/>
          </a:prstGeom>
          <a:solidFill>
            <a:srgbClr val="C8A85F">
              <a:alpha val="13000"/>
            </a:srgbClr>
          </a:solidFill>
          <a:ln w="12700">
            <a:solidFill>
              <a:srgbClr val="F5EEE0"/>
            </a:solidFill>
            <a:prstDash val="solid"/>
          </a:ln>
        </p:spPr>
      </p:sp>
      <p:sp>
        <p:nvSpPr>
          <p:cNvPr id="7" name="Shape 5"/>
          <p:cNvSpPr/>
          <p:nvPr/>
        </p:nvSpPr>
        <p:spPr>
          <a:xfrm>
            <a:off x="3858768" y="0"/>
            <a:ext cx="27432" cy="27157680"/>
          </a:xfrm>
          <a:prstGeom prst="rect">
            <a:avLst/>
          </a:prstGeom>
          <a:solidFill>
            <a:srgbClr val="C8A85F">
              <a:alpha val="13000"/>
            </a:srgbClr>
          </a:solidFill>
          <a:ln w="12700">
            <a:solidFill>
              <a:srgbClr val="F5EEE0"/>
            </a:solidFill>
            <a:prstDash val="solid"/>
          </a:ln>
        </p:spPr>
      </p:sp>
      <p:sp>
        <p:nvSpPr>
          <p:cNvPr id="8" name="Shape 6"/>
          <p:cNvSpPr/>
          <p:nvPr/>
        </p:nvSpPr>
        <p:spPr>
          <a:xfrm>
            <a:off x="4636008" y="0"/>
            <a:ext cx="27432" cy="27157680"/>
          </a:xfrm>
          <a:prstGeom prst="rect">
            <a:avLst/>
          </a:prstGeom>
          <a:solidFill>
            <a:srgbClr val="C8A85F">
              <a:alpha val="13000"/>
            </a:srgbClr>
          </a:solidFill>
          <a:ln w="12700">
            <a:solidFill>
              <a:srgbClr val="F5EEE0"/>
            </a:solidFill>
            <a:prstDash val="solid"/>
          </a:ln>
        </p:spPr>
      </p:sp>
      <p:sp>
        <p:nvSpPr>
          <p:cNvPr id="9" name="Shape 7"/>
          <p:cNvSpPr/>
          <p:nvPr/>
        </p:nvSpPr>
        <p:spPr>
          <a:xfrm>
            <a:off x="5413248" y="0"/>
            <a:ext cx="27432" cy="27157680"/>
          </a:xfrm>
          <a:prstGeom prst="rect">
            <a:avLst/>
          </a:prstGeom>
          <a:solidFill>
            <a:srgbClr val="C8A85F">
              <a:alpha val="13000"/>
            </a:srgbClr>
          </a:solidFill>
          <a:ln w="12700">
            <a:solidFill>
              <a:srgbClr val="F5EEE0"/>
            </a:solidFill>
            <a:prstDash val="solid"/>
          </a:ln>
        </p:spPr>
      </p:sp>
      <p:sp>
        <p:nvSpPr>
          <p:cNvPr id="10" name="Shape 8"/>
          <p:cNvSpPr/>
          <p:nvPr/>
        </p:nvSpPr>
        <p:spPr>
          <a:xfrm>
            <a:off x="6190488" y="0"/>
            <a:ext cx="27432" cy="27157680"/>
          </a:xfrm>
          <a:prstGeom prst="rect">
            <a:avLst/>
          </a:prstGeom>
          <a:solidFill>
            <a:srgbClr val="C8A85F">
              <a:alpha val="13000"/>
            </a:srgbClr>
          </a:solidFill>
          <a:ln w="12700">
            <a:solidFill>
              <a:srgbClr val="F5EEE0"/>
            </a:solidFill>
            <a:prstDash val="solid"/>
          </a:ln>
        </p:spPr>
      </p:sp>
      <p:sp>
        <p:nvSpPr>
          <p:cNvPr id="11" name="Shape 9"/>
          <p:cNvSpPr/>
          <p:nvPr/>
        </p:nvSpPr>
        <p:spPr>
          <a:xfrm>
            <a:off x="6967728" y="0"/>
            <a:ext cx="27432" cy="27157680"/>
          </a:xfrm>
          <a:prstGeom prst="rect">
            <a:avLst/>
          </a:prstGeom>
          <a:solidFill>
            <a:srgbClr val="C8A85F">
              <a:alpha val="13000"/>
            </a:srgbClr>
          </a:solidFill>
          <a:ln w="12700">
            <a:solidFill>
              <a:srgbClr val="F5EEE0"/>
            </a:solidFill>
            <a:prstDash val="solid"/>
          </a:ln>
        </p:spPr>
      </p:sp>
      <p:sp>
        <p:nvSpPr>
          <p:cNvPr id="12" name="Shape 10"/>
          <p:cNvSpPr/>
          <p:nvPr/>
        </p:nvSpPr>
        <p:spPr>
          <a:xfrm>
            <a:off x="7744968" y="0"/>
            <a:ext cx="27432" cy="27157680"/>
          </a:xfrm>
          <a:prstGeom prst="rect">
            <a:avLst/>
          </a:prstGeom>
          <a:solidFill>
            <a:srgbClr val="C8A85F">
              <a:alpha val="13000"/>
            </a:srgbClr>
          </a:solidFill>
          <a:ln w="12700">
            <a:solidFill>
              <a:srgbClr val="F5EEE0"/>
            </a:solidFill>
            <a:prstDash val="solid"/>
          </a:ln>
        </p:spPr>
      </p:sp>
      <p:sp>
        <p:nvSpPr>
          <p:cNvPr id="13" name="Shape 11"/>
          <p:cNvSpPr/>
          <p:nvPr/>
        </p:nvSpPr>
        <p:spPr>
          <a:xfrm>
            <a:off x="8522208" y="0"/>
            <a:ext cx="27432" cy="27157680"/>
          </a:xfrm>
          <a:prstGeom prst="rect">
            <a:avLst/>
          </a:prstGeom>
          <a:solidFill>
            <a:srgbClr val="C8A85F">
              <a:alpha val="13000"/>
            </a:srgbClr>
          </a:solidFill>
          <a:ln w="12700">
            <a:solidFill>
              <a:srgbClr val="F5EEE0"/>
            </a:solidFill>
            <a:prstDash val="solid"/>
          </a:ln>
        </p:spPr>
      </p:sp>
      <p:sp>
        <p:nvSpPr>
          <p:cNvPr id="14" name="Shape 12"/>
          <p:cNvSpPr/>
          <p:nvPr/>
        </p:nvSpPr>
        <p:spPr>
          <a:xfrm>
            <a:off x="9299448" y="0"/>
            <a:ext cx="27432" cy="27157680"/>
          </a:xfrm>
          <a:prstGeom prst="rect">
            <a:avLst/>
          </a:prstGeom>
          <a:solidFill>
            <a:srgbClr val="C8A85F">
              <a:alpha val="13000"/>
            </a:srgbClr>
          </a:solidFill>
          <a:ln w="12700">
            <a:solidFill>
              <a:srgbClr val="F5EEE0"/>
            </a:solidFill>
            <a:prstDash val="solid"/>
          </a:ln>
        </p:spPr>
      </p:sp>
      <p:sp>
        <p:nvSpPr>
          <p:cNvPr id="15" name="Shape 13"/>
          <p:cNvSpPr/>
          <p:nvPr/>
        </p:nvSpPr>
        <p:spPr>
          <a:xfrm>
            <a:off x="10076688" y="0"/>
            <a:ext cx="27432" cy="27157680"/>
          </a:xfrm>
          <a:prstGeom prst="rect">
            <a:avLst/>
          </a:prstGeom>
          <a:solidFill>
            <a:srgbClr val="C8A85F">
              <a:alpha val="13000"/>
            </a:srgbClr>
          </a:solidFill>
          <a:ln w="12700">
            <a:solidFill>
              <a:srgbClr val="F5EEE0"/>
            </a:solidFill>
            <a:prstDash val="solid"/>
          </a:ln>
        </p:spPr>
      </p:sp>
      <p:sp>
        <p:nvSpPr>
          <p:cNvPr id="16" name="Shape 14"/>
          <p:cNvSpPr/>
          <p:nvPr/>
        </p:nvSpPr>
        <p:spPr>
          <a:xfrm>
            <a:off x="10853928" y="0"/>
            <a:ext cx="27432" cy="27157680"/>
          </a:xfrm>
          <a:prstGeom prst="rect">
            <a:avLst/>
          </a:prstGeom>
          <a:solidFill>
            <a:srgbClr val="C8A85F">
              <a:alpha val="13000"/>
            </a:srgbClr>
          </a:solidFill>
          <a:ln w="12700">
            <a:solidFill>
              <a:srgbClr val="F5EEE0"/>
            </a:solidFill>
            <a:prstDash val="solid"/>
          </a:ln>
        </p:spPr>
      </p:sp>
      <p:sp>
        <p:nvSpPr>
          <p:cNvPr id="17" name="Shape 15"/>
          <p:cNvSpPr/>
          <p:nvPr/>
        </p:nvSpPr>
        <p:spPr>
          <a:xfrm>
            <a:off x="11631168" y="0"/>
            <a:ext cx="27432" cy="27157680"/>
          </a:xfrm>
          <a:prstGeom prst="rect">
            <a:avLst/>
          </a:prstGeom>
          <a:solidFill>
            <a:srgbClr val="C8A85F">
              <a:alpha val="13000"/>
            </a:srgbClr>
          </a:solidFill>
          <a:ln w="12700">
            <a:solidFill>
              <a:srgbClr val="F5EEE0"/>
            </a:solidFill>
            <a:prstDash val="solid"/>
          </a:ln>
        </p:spPr>
      </p:sp>
      <p:sp>
        <p:nvSpPr>
          <p:cNvPr id="18" name="Shape 16"/>
          <p:cNvSpPr/>
          <p:nvPr/>
        </p:nvSpPr>
        <p:spPr>
          <a:xfrm>
            <a:off x="12408408" y="0"/>
            <a:ext cx="27432" cy="27157680"/>
          </a:xfrm>
          <a:prstGeom prst="rect">
            <a:avLst/>
          </a:prstGeom>
          <a:solidFill>
            <a:srgbClr val="C8A85F">
              <a:alpha val="13000"/>
            </a:srgbClr>
          </a:solidFill>
          <a:ln w="12700">
            <a:solidFill>
              <a:srgbClr val="F5EEE0"/>
            </a:solidFill>
            <a:prstDash val="solid"/>
          </a:ln>
        </p:spPr>
      </p:sp>
      <p:sp>
        <p:nvSpPr>
          <p:cNvPr id="19" name="Shape 17"/>
          <p:cNvSpPr/>
          <p:nvPr/>
        </p:nvSpPr>
        <p:spPr>
          <a:xfrm>
            <a:off x="13185648" y="0"/>
            <a:ext cx="27432" cy="27157680"/>
          </a:xfrm>
          <a:prstGeom prst="rect">
            <a:avLst/>
          </a:prstGeom>
          <a:solidFill>
            <a:srgbClr val="C8A85F">
              <a:alpha val="13000"/>
            </a:srgbClr>
          </a:solidFill>
          <a:ln w="12700">
            <a:solidFill>
              <a:srgbClr val="F5EEE0"/>
            </a:solidFill>
            <a:prstDash val="solid"/>
          </a:ln>
        </p:spPr>
      </p:sp>
      <p:sp>
        <p:nvSpPr>
          <p:cNvPr id="20" name="Shape 18"/>
          <p:cNvSpPr/>
          <p:nvPr/>
        </p:nvSpPr>
        <p:spPr>
          <a:xfrm>
            <a:off x="13962888" y="0"/>
            <a:ext cx="27432" cy="27157680"/>
          </a:xfrm>
          <a:prstGeom prst="rect">
            <a:avLst/>
          </a:prstGeom>
          <a:solidFill>
            <a:srgbClr val="C8A85F">
              <a:alpha val="13000"/>
            </a:srgbClr>
          </a:solidFill>
          <a:ln w="12700">
            <a:solidFill>
              <a:srgbClr val="F5EEE0"/>
            </a:solidFill>
            <a:prstDash val="solid"/>
          </a:ln>
        </p:spPr>
      </p:sp>
      <p:sp>
        <p:nvSpPr>
          <p:cNvPr id="21" name="Shape 19"/>
          <p:cNvSpPr/>
          <p:nvPr/>
        </p:nvSpPr>
        <p:spPr>
          <a:xfrm>
            <a:off x="14740128" y="0"/>
            <a:ext cx="27432" cy="27157680"/>
          </a:xfrm>
          <a:prstGeom prst="rect">
            <a:avLst/>
          </a:prstGeom>
          <a:solidFill>
            <a:srgbClr val="C8A85F">
              <a:alpha val="13000"/>
            </a:srgbClr>
          </a:solidFill>
          <a:ln w="12700">
            <a:solidFill>
              <a:srgbClr val="F5EEE0"/>
            </a:solidFill>
            <a:prstDash val="solid"/>
          </a:ln>
        </p:spPr>
      </p:sp>
      <p:sp>
        <p:nvSpPr>
          <p:cNvPr id="22" name="Shape 20"/>
          <p:cNvSpPr/>
          <p:nvPr/>
        </p:nvSpPr>
        <p:spPr>
          <a:xfrm>
            <a:off x="15517368" y="0"/>
            <a:ext cx="27432" cy="27157680"/>
          </a:xfrm>
          <a:prstGeom prst="rect">
            <a:avLst/>
          </a:prstGeom>
          <a:solidFill>
            <a:srgbClr val="C8A85F">
              <a:alpha val="13000"/>
            </a:srgbClr>
          </a:solidFill>
          <a:ln w="12700">
            <a:solidFill>
              <a:srgbClr val="F5EEE0"/>
            </a:solidFill>
            <a:prstDash val="solid"/>
          </a:ln>
        </p:spPr>
      </p:sp>
      <p:sp>
        <p:nvSpPr>
          <p:cNvPr id="23" name="Shape 21"/>
          <p:cNvSpPr/>
          <p:nvPr/>
        </p:nvSpPr>
        <p:spPr>
          <a:xfrm>
            <a:off x="16294608" y="0"/>
            <a:ext cx="27432" cy="27157680"/>
          </a:xfrm>
          <a:prstGeom prst="rect">
            <a:avLst/>
          </a:prstGeom>
          <a:solidFill>
            <a:srgbClr val="C8A85F">
              <a:alpha val="13000"/>
            </a:srgbClr>
          </a:solidFill>
          <a:ln w="12700">
            <a:solidFill>
              <a:srgbClr val="F5EEE0"/>
            </a:solidFill>
            <a:prstDash val="solid"/>
          </a:ln>
        </p:spPr>
      </p:sp>
      <p:sp>
        <p:nvSpPr>
          <p:cNvPr id="24" name="Shape 22"/>
          <p:cNvSpPr/>
          <p:nvPr/>
        </p:nvSpPr>
        <p:spPr>
          <a:xfrm>
            <a:off x="17071848" y="0"/>
            <a:ext cx="27432" cy="27157680"/>
          </a:xfrm>
          <a:prstGeom prst="rect">
            <a:avLst/>
          </a:prstGeom>
          <a:solidFill>
            <a:srgbClr val="C8A85F">
              <a:alpha val="13000"/>
            </a:srgbClr>
          </a:solidFill>
          <a:ln w="12700">
            <a:solidFill>
              <a:srgbClr val="F5EEE0"/>
            </a:solidFill>
            <a:prstDash val="solid"/>
          </a:ln>
        </p:spPr>
      </p:sp>
      <p:sp>
        <p:nvSpPr>
          <p:cNvPr id="25" name="Shape 23"/>
          <p:cNvSpPr/>
          <p:nvPr/>
        </p:nvSpPr>
        <p:spPr>
          <a:xfrm>
            <a:off x="17849088" y="0"/>
            <a:ext cx="27432" cy="27157680"/>
          </a:xfrm>
          <a:prstGeom prst="rect">
            <a:avLst/>
          </a:prstGeom>
          <a:solidFill>
            <a:srgbClr val="C8A85F">
              <a:alpha val="13000"/>
            </a:srgbClr>
          </a:solidFill>
          <a:ln w="12700">
            <a:solidFill>
              <a:srgbClr val="F5EEE0"/>
            </a:solidFill>
            <a:prstDash val="solid"/>
          </a:ln>
        </p:spPr>
      </p:sp>
      <p:sp>
        <p:nvSpPr>
          <p:cNvPr id="26" name="Shape 24"/>
          <p:cNvSpPr/>
          <p:nvPr/>
        </p:nvSpPr>
        <p:spPr>
          <a:xfrm>
            <a:off x="18626328" y="0"/>
            <a:ext cx="27432" cy="27157680"/>
          </a:xfrm>
          <a:prstGeom prst="rect">
            <a:avLst/>
          </a:prstGeom>
          <a:solidFill>
            <a:srgbClr val="C8A85F">
              <a:alpha val="13000"/>
            </a:srgbClr>
          </a:solidFill>
          <a:ln w="12700">
            <a:solidFill>
              <a:srgbClr val="F5EEE0"/>
            </a:solidFill>
            <a:prstDash val="solid"/>
          </a:ln>
        </p:spPr>
      </p:sp>
      <p:sp>
        <p:nvSpPr>
          <p:cNvPr id="27" name="Shape 25"/>
          <p:cNvSpPr/>
          <p:nvPr/>
        </p:nvSpPr>
        <p:spPr>
          <a:xfrm>
            <a:off x="19403568" y="0"/>
            <a:ext cx="27432" cy="27157680"/>
          </a:xfrm>
          <a:prstGeom prst="rect">
            <a:avLst/>
          </a:prstGeom>
          <a:solidFill>
            <a:srgbClr val="C8A85F">
              <a:alpha val="13000"/>
            </a:srgbClr>
          </a:solidFill>
          <a:ln w="12700">
            <a:solidFill>
              <a:srgbClr val="F5EEE0"/>
            </a:solidFill>
            <a:prstDash val="solid"/>
          </a:ln>
        </p:spPr>
      </p:sp>
      <p:sp>
        <p:nvSpPr>
          <p:cNvPr id="28" name="Shape 26"/>
          <p:cNvSpPr/>
          <p:nvPr/>
        </p:nvSpPr>
        <p:spPr>
          <a:xfrm>
            <a:off x="0" y="0"/>
            <a:ext cx="19202400" cy="4663440"/>
          </a:xfrm>
          <a:prstGeom prst="rect">
            <a:avLst/>
          </a:prstGeom>
          <a:ln w="12700">
            <a:solidFill>
              <a:srgbClr val="1B2C4E"/>
            </a:solidFill>
            <a:prstDash val="solid"/>
          </a:ln>
        </p:spPr>
      </p:sp>
      <p:sp>
        <p:nvSpPr>
          <p:cNvPr id="29" name="Shape 27"/>
          <p:cNvSpPr/>
          <p:nvPr/>
        </p:nvSpPr>
        <p:spPr>
          <a:xfrm>
            <a:off x="704088" y="0"/>
            <a:ext cx="27432" cy="4663440"/>
          </a:xfrm>
          <a:prstGeom prst="rect">
            <a:avLst/>
          </a:prstGeom>
          <a:solidFill>
            <a:srgbClr val="FFFFFF">
              <a:alpha val="4000"/>
            </a:srgbClr>
          </a:solidFill>
          <a:ln w="12700">
            <a:solidFill>
              <a:srgbClr val="1B2C4E"/>
            </a:solidFill>
            <a:prstDash val="solid"/>
          </a:ln>
        </p:spPr>
      </p:sp>
      <p:sp>
        <p:nvSpPr>
          <p:cNvPr id="30" name="Shape 28"/>
          <p:cNvSpPr/>
          <p:nvPr/>
        </p:nvSpPr>
        <p:spPr>
          <a:xfrm>
            <a:off x="1435608" y="0"/>
            <a:ext cx="27432" cy="4663440"/>
          </a:xfrm>
          <a:prstGeom prst="rect">
            <a:avLst/>
          </a:prstGeom>
          <a:solidFill>
            <a:srgbClr val="FFFFFF">
              <a:alpha val="4000"/>
            </a:srgbClr>
          </a:solidFill>
          <a:ln w="12700">
            <a:solidFill>
              <a:srgbClr val="1B2C4E"/>
            </a:solidFill>
            <a:prstDash val="solid"/>
          </a:ln>
        </p:spPr>
      </p:sp>
      <p:sp>
        <p:nvSpPr>
          <p:cNvPr id="31" name="Shape 29"/>
          <p:cNvSpPr/>
          <p:nvPr/>
        </p:nvSpPr>
        <p:spPr>
          <a:xfrm>
            <a:off x="2167128" y="0"/>
            <a:ext cx="27432" cy="4663440"/>
          </a:xfrm>
          <a:prstGeom prst="rect">
            <a:avLst/>
          </a:prstGeom>
          <a:solidFill>
            <a:srgbClr val="FFFFFF">
              <a:alpha val="4000"/>
            </a:srgbClr>
          </a:solidFill>
          <a:ln w="12700">
            <a:solidFill>
              <a:srgbClr val="1B2C4E"/>
            </a:solidFill>
            <a:prstDash val="solid"/>
          </a:ln>
        </p:spPr>
      </p:sp>
      <p:sp>
        <p:nvSpPr>
          <p:cNvPr id="32" name="Shape 30"/>
          <p:cNvSpPr/>
          <p:nvPr/>
        </p:nvSpPr>
        <p:spPr>
          <a:xfrm>
            <a:off x="2898648" y="0"/>
            <a:ext cx="27432" cy="4663440"/>
          </a:xfrm>
          <a:prstGeom prst="rect">
            <a:avLst/>
          </a:prstGeom>
          <a:solidFill>
            <a:srgbClr val="FFFFFF">
              <a:alpha val="4000"/>
            </a:srgbClr>
          </a:solidFill>
          <a:ln w="12700">
            <a:solidFill>
              <a:srgbClr val="1B2C4E"/>
            </a:solidFill>
            <a:prstDash val="solid"/>
          </a:ln>
        </p:spPr>
      </p:sp>
      <p:sp>
        <p:nvSpPr>
          <p:cNvPr id="33" name="Shape 31"/>
          <p:cNvSpPr/>
          <p:nvPr/>
        </p:nvSpPr>
        <p:spPr>
          <a:xfrm>
            <a:off x="3630168" y="0"/>
            <a:ext cx="27432" cy="4663440"/>
          </a:xfrm>
          <a:prstGeom prst="rect">
            <a:avLst/>
          </a:prstGeom>
          <a:solidFill>
            <a:srgbClr val="FFFFFF">
              <a:alpha val="4000"/>
            </a:srgbClr>
          </a:solidFill>
          <a:ln w="12700">
            <a:solidFill>
              <a:srgbClr val="1B2C4E"/>
            </a:solidFill>
            <a:prstDash val="solid"/>
          </a:ln>
        </p:spPr>
      </p:sp>
      <p:sp>
        <p:nvSpPr>
          <p:cNvPr id="34" name="Shape 32"/>
          <p:cNvSpPr/>
          <p:nvPr/>
        </p:nvSpPr>
        <p:spPr>
          <a:xfrm>
            <a:off x="4361688" y="0"/>
            <a:ext cx="27432" cy="4663440"/>
          </a:xfrm>
          <a:prstGeom prst="rect">
            <a:avLst/>
          </a:prstGeom>
          <a:solidFill>
            <a:srgbClr val="FFFFFF">
              <a:alpha val="4000"/>
            </a:srgbClr>
          </a:solidFill>
          <a:ln w="12700">
            <a:solidFill>
              <a:srgbClr val="1B2C4E"/>
            </a:solidFill>
            <a:prstDash val="solid"/>
          </a:ln>
        </p:spPr>
      </p:sp>
      <p:sp>
        <p:nvSpPr>
          <p:cNvPr id="35" name="Shape 33"/>
          <p:cNvSpPr/>
          <p:nvPr/>
        </p:nvSpPr>
        <p:spPr>
          <a:xfrm>
            <a:off x="5093208" y="0"/>
            <a:ext cx="27432" cy="4663440"/>
          </a:xfrm>
          <a:prstGeom prst="rect">
            <a:avLst/>
          </a:prstGeom>
          <a:solidFill>
            <a:srgbClr val="FFFFFF">
              <a:alpha val="4000"/>
            </a:srgbClr>
          </a:solidFill>
          <a:ln w="12700">
            <a:solidFill>
              <a:srgbClr val="1B2C4E"/>
            </a:solidFill>
            <a:prstDash val="solid"/>
          </a:ln>
        </p:spPr>
      </p:sp>
      <p:sp>
        <p:nvSpPr>
          <p:cNvPr id="36" name="Shape 34"/>
          <p:cNvSpPr/>
          <p:nvPr/>
        </p:nvSpPr>
        <p:spPr>
          <a:xfrm>
            <a:off x="5824728" y="0"/>
            <a:ext cx="27432" cy="4663440"/>
          </a:xfrm>
          <a:prstGeom prst="rect">
            <a:avLst/>
          </a:prstGeom>
          <a:solidFill>
            <a:srgbClr val="FFFFFF">
              <a:alpha val="4000"/>
            </a:srgbClr>
          </a:solidFill>
          <a:ln w="12700">
            <a:solidFill>
              <a:srgbClr val="1B2C4E"/>
            </a:solidFill>
            <a:prstDash val="solid"/>
          </a:ln>
        </p:spPr>
      </p:sp>
      <p:sp>
        <p:nvSpPr>
          <p:cNvPr id="37" name="Shape 35"/>
          <p:cNvSpPr/>
          <p:nvPr/>
        </p:nvSpPr>
        <p:spPr>
          <a:xfrm>
            <a:off x="6556248" y="0"/>
            <a:ext cx="27432" cy="4663440"/>
          </a:xfrm>
          <a:prstGeom prst="rect">
            <a:avLst/>
          </a:prstGeom>
          <a:solidFill>
            <a:srgbClr val="FFFFFF">
              <a:alpha val="4000"/>
            </a:srgbClr>
          </a:solidFill>
          <a:ln w="12700">
            <a:solidFill>
              <a:srgbClr val="1B2C4E"/>
            </a:solidFill>
            <a:prstDash val="solid"/>
          </a:ln>
        </p:spPr>
      </p:sp>
      <p:sp>
        <p:nvSpPr>
          <p:cNvPr id="38" name="Shape 36"/>
          <p:cNvSpPr/>
          <p:nvPr/>
        </p:nvSpPr>
        <p:spPr>
          <a:xfrm>
            <a:off x="7287768" y="0"/>
            <a:ext cx="27432" cy="4663440"/>
          </a:xfrm>
          <a:prstGeom prst="rect">
            <a:avLst/>
          </a:prstGeom>
          <a:solidFill>
            <a:srgbClr val="FFFFFF">
              <a:alpha val="4000"/>
            </a:srgbClr>
          </a:solidFill>
          <a:ln w="12700">
            <a:solidFill>
              <a:srgbClr val="1B2C4E"/>
            </a:solidFill>
            <a:prstDash val="solid"/>
          </a:ln>
        </p:spPr>
      </p:sp>
      <p:sp>
        <p:nvSpPr>
          <p:cNvPr id="39" name="Shape 37"/>
          <p:cNvSpPr/>
          <p:nvPr/>
        </p:nvSpPr>
        <p:spPr>
          <a:xfrm>
            <a:off x="8019288" y="0"/>
            <a:ext cx="27432" cy="4663440"/>
          </a:xfrm>
          <a:prstGeom prst="rect">
            <a:avLst/>
          </a:prstGeom>
          <a:solidFill>
            <a:srgbClr val="FFFFFF">
              <a:alpha val="4000"/>
            </a:srgbClr>
          </a:solidFill>
          <a:ln w="12700">
            <a:solidFill>
              <a:srgbClr val="1B2C4E"/>
            </a:solidFill>
            <a:prstDash val="solid"/>
          </a:ln>
        </p:spPr>
      </p:sp>
      <p:sp>
        <p:nvSpPr>
          <p:cNvPr id="40" name="Shape 38"/>
          <p:cNvSpPr/>
          <p:nvPr/>
        </p:nvSpPr>
        <p:spPr>
          <a:xfrm>
            <a:off x="8750808" y="0"/>
            <a:ext cx="27432" cy="4663440"/>
          </a:xfrm>
          <a:prstGeom prst="rect">
            <a:avLst/>
          </a:prstGeom>
          <a:solidFill>
            <a:srgbClr val="FFFFFF">
              <a:alpha val="4000"/>
            </a:srgbClr>
          </a:solidFill>
          <a:ln w="12700">
            <a:solidFill>
              <a:srgbClr val="1B2C4E"/>
            </a:solidFill>
            <a:prstDash val="solid"/>
          </a:ln>
        </p:spPr>
      </p:sp>
      <p:sp>
        <p:nvSpPr>
          <p:cNvPr id="41" name="Shape 39"/>
          <p:cNvSpPr/>
          <p:nvPr/>
        </p:nvSpPr>
        <p:spPr>
          <a:xfrm>
            <a:off x="9482328" y="0"/>
            <a:ext cx="27432" cy="4663440"/>
          </a:xfrm>
          <a:prstGeom prst="rect">
            <a:avLst/>
          </a:prstGeom>
          <a:solidFill>
            <a:srgbClr val="FFFFFF">
              <a:alpha val="4000"/>
            </a:srgbClr>
          </a:solidFill>
          <a:ln w="12700">
            <a:solidFill>
              <a:srgbClr val="1B2C4E"/>
            </a:solidFill>
            <a:prstDash val="solid"/>
          </a:ln>
        </p:spPr>
      </p:sp>
      <p:sp>
        <p:nvSpPr>
          <p:cNvPr id="42" name="Shape 40"/>
          <p:cNvSpPr/>
          <p:nvPr/>
        </p:nvSpPr>
        <p:spPr>
          <a:xfrm>
            <a:off x="10213848" y="0"/>
            <a:ext cx="27432" cy="4663440"/>
          </a:xfrm>
          <a:prstGeom prst="rect">
            <a:avLst/>
          </a:prstGeom>
          <a:solidFill>
            <a:srgbClr val="FFFFFF">
              <a:alpha val="4000"/>
            </a:srgbClr>
          </a:solidFill>
          <a:ln w="12700">
            <a:solidFill>
              <a:srgbClr val="1B2C4E"/>
            </a:solidFill>
            <a:prstDash val="solid"/>
          </a:ln>
        </p:spPr>
      </p:sp>
      <p:sp>
        <p:nvSpPr>
          <p:cNvPr id="43" name="Shape 41"/>
          <p:cNvSpPr/>
          <p:nvPr/>
        </p:nvSpPr>
        <p:spPr>
          <a:xfrm>
            <a:off x="10945368" y="0"/>
            <a:ext cx="27432" cy="4663440"/>
          </a:xfrm>
          <a:prstGeom prst="rect">
            <a:avLst/>
          </a:prstGeom>
          <a:solidFill>
            <a:srgbClr val="FFFFFF">
              <a:alpha val="4000"/>
            </a:srgbClr>
          </a:solidFill>
          <a:ln w="12700">
            <a:solidFill>
              <a:srgbClr val="1B2C4E"/>
            </a:solidFill>
            <a:prstDash val="solid"/>
          </a:ln>
        </p:spPr>
      </p:sp>
      <p:sp>
        <p:nvSpPr>
          <p:cNvPr id="44" name="Shape 42"/>
          <p:cNvSpPr/>
          <p:nvPr/>
        </p:nvSpPr>
        <p:spPr>
          <a:xfrm>
            <a:off x="11676888" y="0"/>
            <a:ext cx="27432" cy="4663440"/>
          </a:xfrm>
          <a:prstGeom prst="rect">
            <a:avLst/>
          </a:prstGeom>
          <a:solidFill>
            <a:srgbClr val="FFFFFF">
              <a:alpha val="4000"/>
            </a:srgbClr>
          </a:solidFill>
          <a:ln w="12700">
            <a:solidFill>
              <a:srgbClr val="1B2C4E"/>
            </a:solidFill>
            <a:prstDash val="solid"/>
          </a:ln>
        </p:spPr>
      </p:sp>
      <p:sp>
        <p:nvSpPr>
          <p:cNvPr id="45" name="Shape 43"/>
          <p:cNvSpPr/>
          <p:nvPr/>
        </p:nvSpPr>
        <p:spPr>
          <a:xfrm>
            <a:off x="12408408" y="0"/>
            <a:ext cx="27432" cy="4663440"/>
          </a:xfrm>
          <a:prstGeom prst="rect">
            <a:avLst/>
          </a:prstGeom>
          <a:solidFill>
            <a:srgbClr val="FFFFFF">
              <a:alpha val="4000"/>
            </a:srgbClr>
          </a:solidFill>
          <a:ln w="12700">
            <a:solidFill>
              <a:srgbClr val="1B2C4E"/>
            </a:solidFill>
            <a:prstDash val="solid"/>
          </a:ln>
        </p:spPr>
      </p:sp>
      <p:sp>
        <p:nvSpPr>
          <p:cNvPr id="46" name="Shape 44"/>
          <p:cNvSpPr/>
          <p:nvPr/>
        </p:nvSpPr>
        <p:spPr>
          <a:xfrm>
            <a:off x="13139928" y="0"/>
            <a:ext cx="27432" cy="4663440"/>
          </a:xfrm>
          <a:prstGeom prst="rect">
            <a:avLst/>
          </a:prstGeom>
          <a:solidFill>
            <a:srgbClr val="FFFFFF">
              <a:alpha val="4000"/>
            </a:srgbClr>
          </a:solidFill>
          <a:ln w="12700">
            <a:solidFill>
              <a:srgbClr val="1B2C4E"/>
            </a:solidFill>
            <a:prstDash val="solid"/>
          </a:ln>
        </p:spPr>
      </p:sp>
      <p:sp>
        <p:nvSpPr>
          <p:cNvPr id="47" name="Shape 45"/>
          <p:cNvSpPr/>
          <p:nvPr/>
        </p:nvSpPr>
        <p:spPr>
          <a:xfrm>
            <a:off x="13871448" y="0"/>
            <a:ext cx="27432" cy="4663440"/>
          </a:xfrm>
          <a:prstGeom prst="rect">
            <a:avLst/>
          </a:prstGeom>
          <a:solidFill>
            <a:srgbClr val="FFFFFF">
              <a:alpha val="4000"/>
            </a:srgbClr>
          </a:solidFill>
          <a:ln w="12700">
            <a:solidFill>
              <a:srgbClr val="1B2C4E"/>
            </a:solidFill>
            <a:prstDash val="solid"/>
          </a:ln>
        </p:spPr>
      </p:sp>
      <p:sp>
        <p:nvSpPr>
          <p:cNvPr id="48" name="Shape 46"/>
          <p:cNvSpPr/>
          <p:nvPr/>
        </p:nvSpPr>
        <p:spPr>
          <a:xfrm>
            <a:off x="14602968" y="0"/>
            <a:ext cx="27432" cy="4663440"/>
          </a:xfrm>
          <a:prstGeom prst="rect">
            <a:avLst/>
          </a:prstGeom>
          <a:solidFill>
            <a:srgbClr val="FFFFFF">
              <a:alpha val="4000"/>
            </a:srgbClr>
          </a:solidFill>
          <a:ln w="12700">
            <a:solidFill>
              <a:srgbClr val="1B2C4E"/>
            </a:solidFill>
            <a:prstDash val="solid"/>
          </a:ln>
        </p:spPr>
      </p:sp>
      <p:sp>
        <p:nvSpPr>
          <p:cNvPr id="49" name="Shape 47"/>
          <p:cNvSpPr/>
          <p:nvPr/>
        </p:nvSpPr>
        <p:spPr>
          <a:xfrm>
            <a:off x="15334488" y="0"/>
            <a:ext cx="27432" cy="4663440"/>
          </a:xfrm>
          <a:prstGeom prst="rect">
            <a:avLst/>
          </a:prstGeom>
          <a:solidFill>
            <a:srgbClr val="FFFFFF">
              <a:alpha val="4000"/>
            </a:srgbClr>
          </a:solidFill>
          <a:ln w="12700">
            <a:solidFill>
              <a:srgbClr val="1B2C4E"/>
            </a:solidFill>
            <a:prstDash val="solid"/>
          </a:ln>
        </p:spPr>
      </p:sp>
      <p:sp>
        <p:nvSpPr>
          <p:cNvPr id="50" name="Shape 48"/>
          <p:cNvSpPr/>
          <p:nvPr/>
        </p:nvSpPr>
        <p:spPr>
          <a:xfrm>
            <a:off x="16066008" y="0"/>
            <a:ext cx="27432" cy="4663440"/>
          </a:xfrm>
          <a:prstGeom prst="rect">
            <a:avLst/>
          </a:prstGeom>
          <a:solidFill>
            <a:srgbClr val="FFFFFF">
              <a:alpha val="4000"/>
            </a:srgbClr>
          </a:solidFill>
          <a:ln w="12700">
            <a:solidFill>
              <a:srgbClr val="1B2C4E"/>
            </a:solidFill>
            <a:prstDash val="solid"/>
          </a:ln>
        </p:spPr>
      </p:sp>
      <p:sp>
        <p:nvSpPr>
          <p:cNvPr id="51" name="Shape 49"/>
          <p:cNvSpPr/>
          <p:nvPr/>
        </p:nvSpPr>
        <p:spPr>
          <a:xfrm>
            <a:off x="16797528" y="0"/>
            <a:ext cx="27432" cy="4663440"/>
          </a:xfrm>
          <a:prstGeom prst="rect">
            <a:avLst/>
          </a:prstGeom>
          <a:solidFill>
            <a:srgbClr val="FFFFFF">
              <a:alpha val="4000"/>
            </a:srgbClr>
          </a:solidFill>
          <a:ln w="12700">
            <a:solidFill>
              <a:srgbClr val="1B2C4E"/>
            </a:solidFill>
            <a:prstDash val="solid"/>
          </a:ln>
        </p:spPr>
      </p:sp>
      <p:sp>
        <p:nvSpPr>
          <p:cNvPr id="52" name="Shape 50"/>
          <p:cNvSpPr/>
          <p:nvPr/>
        </p:nvSpPr>
        <p:spPr>
          <a:xfrm>
            <a:off x="17529048" y="0"/>
            <a:ext cx="27432" cy="4663440"/>
          </a:xfrm>
          <a:prstGeom prst="rect">
            <a:avLst/>
          </a:prstGeom>
          <a:solidFill>
            <a:srgbClr val="FFFFFF">
              <a:alpha val="4000"/>
            </a:srgbClr>
          </a:solidFill>
          <a:ln w="12700">
            <a:solidFill>
              <a:srgbClr val="1B2C4E"/>
            </a:solidFill>
            <a:prstDash val="solid"/>
          </a:ln>
        </p:spPr>
      </p:sp>
      <p:sp>
        <p:nvSpPr>
          <p:cNvPr id="53" name="Shape 51"/>
          <p:cNvSpPr/>
          <p:nvPr/>
        </p:nvSpPr>
        <p:spPr>
          <a:xfrm>
            <a:off x="18260568" y="0"/>
            <a:ext cx="27432" cy="4663440"/>
          </a:xfrm>
          <a:prstGeom prst="rect">
            <a:avLst/>
          </a:prstGeom>
          <a:solidFill>
            <a:srgbClr val="FFFFFF">
              <a:alpha val="4000"/>
            </a:srgbClr>
          </a:solidFill>
          <a:ln w="12700">
            <a:solidFill>
              <a:srgbClr val="1B2C4E"/>
            </a:solidFill>
            <a:prstDash val="solid"/>
          </a:ln>
        </p:spPr>
      </p:sp>
      <p:sp>
        <p:nvSpPr>
          <p:cNvPr id="54" name="Shape 52"/>
          <p:cNvSpPr/>
          <p:nvPr/>
        </p:nvSpPr>
        <p:spPr>
          <a:xfrm>
            <a:off x="18992088" y="0"/>
            <a:ext cx="27432" cy="4663440"/>
          </a:xfrm>
          <a:prstGeom prst="rect">
            <a:avLst/>
          </a:prstGeom>
          <a:solidFill>
            <a:srgbClr val="FFFFFF">
              <a:alpha val="4000"/>
            </a:srgbClr>
          </a:solidFill>
          <a:ln w="12700">
            <a:solidFill>
              <a:srgbClr val="1B2C4E"/>
            </a:solidFill>
            <a:prstDash val="solid"/>
          </a:ln>
        </p:spPr>
      </p:sp>
      <p:sp>
        <p:nvSpPr>
          <p:cNvPr id="55" name="Shape 53"/>
          <p:cNvSpPr/>
          <p:nvPr/>
        </p:nvSpPr>
        <p:spPr>
          <a:xfrm>
            <a:off x="19723608" y="0"/>
            <a:ext cx="27432" cy="4663440"/>
          </a:xfrm>
          <a:prstGeom prst="rect">
            <a:avLst/>
          </a:prstGeom>
          <a:solidFill>
            <a:srgbClr val="FFFFFF">
              <a:alpha val="4000"/>
            </a:srgbClr>
          </a:solidFill>
          <a:ln w="12700">
            <a:solidFill>
              <a:srgbClr val="1B2C4E"/>
            </a:solidFill>
            <a:prstDash val="solid"/>
          </a:ln>
        </p:spPr>
      </p:sp>
      <p:sp>
        <p:nvSpPr>
          <p:cNvPr id="56" name="Text 54"/>
          <p:cNvSpPr/>
          <p:nvPr/>
        </p:nvSpPr>
        <p:spPr>
          <a:xfrm>
            <a:off x="1069848" y="685800"/>
            <a:ext cx="13716000" cy="320040"/>
          </a:xfrm>
          <a:prstGeom prst="rect">
            <a:avLst/>
          </a:prstGeom>
          <a:noFill/>
          <a:ln/>
        </p:spPr>
        <p:txBody>
          <a:bodyPr wrap="square" rtlCol="0" anchor="ctr"/>
          <a:lstStyle/>
          <a:p>
            <a:pPr indent="0" marL="0">
              <a:buNone/>
            </a:pPr>
            <a:r>
              <a:rPr lang="en-US" sz="650" spc="300" kern="0" dirty="0">
                <a:solidFill>
                  <a:srgbClr val="AABBD0"/>
                </a:solidFill>
                <a:latin typeface="Arial" pitchFamily="34" charset="0"/>
                <a:ea typeface="Arial" pitchFamily="34" charset="-122"/>
                <a:cs typeface="Arial" pitchFamily="34" charset="-120"/>
              </a:rPr>
              <a:t>STUDENT ORGANIZATION  ·  KOBE UNIVERSITY</a:t>
            </a:r>
            <a:endParaRPr lang="en-US" sz="650" dirty="0"/>
          </a:p>
        </p:txBody>
      </p:sp>
      <p:sp>
        <p:nvSpPr>
          <p:cNvPr id="57" name="Text 55"/>
          <p:cNvSpPr/>
          <p:nvPr/>
        </p:nvSpPr>
        <p:spPr>
          <a:xfrm>
            <a:off x="1005840" y="1051560"/>
            <a:ext cx="14630400" cy="1645920"/>
          </a:xfrm>
          <a:prstGeom prst="rect">
            <a:avLst/>
          </a:prstGeom>
          <a:noFill/>
          <a:ln/>
        </p:spPr>
        <p:txBody>
          <a:bodyPr wrap="square" rtlCol="0" anchor="ctr"/>
          <a:lstStyle/>
          <a:p>
            <a:pPr indent="0" marL="0">
              <a:buNone/>
            </a:pPr>
            <a:r>
              <a:rPr lang="en-US" sz="4200" b="1" dirty="0">
                <a:solidFill>
                  <a:srgbClr val="FFFFFF"/>
                </a:solidFill>
                <a:latin typeface="Noto Sans JP" pitchFamily="34" charset="0"/>
                <a:ea typeface="Noto Sans JP" pitchFamily="34" charset="-122"/>
                <a:cs typeface="Noto Sans JP" pitchFamily="34" charset="-120"/>
              </a:rPr>
              <a:t>神大留学</a:t>
            </a:r>
            <a:pPr indent="0" marL="0">
              <a:buNone/>
            </a:pPr>
            <a:r>
              <a:rPr lang="en-US" sz="4200" b="1" dirty="0">
                <a:solidFill>
                  <a:srgbClr val="E8A820"/>
                </a:solidFill>
                <a:latin typeface="Noto Sans JP" pitchFamily="34" charset="0"/>
                <a:ea typeface="Noto Sans JP" pitchFamily="34" charset="-122"/>
                <a:cs typeface="Noto Sans JP" pitchFamily="34" charset="-120"/>
              </a:rPr>
              <a:t>リアル</a:t>
            </a:r>
            <a:endParaRPr lang="en-US" sz="4200" dirty="0"/>
          </a:p>
        </p:txBody>
      </p:sp>
      <p:sp>
        <p:nvSpPr>
          <p:cNvPr id="58" name="Text 56"/>
          <p:cNvSpPr/>
          <p:nvPr/>
        </p:nvSpPr>
        <p:spPr>
          <a:xfrm>
            <a:off x="1005840" y="2514600"/>
            <a:ext cx="12801600" cy="411480"/>
          </a:xfrm>
          <a:prstGeom prst="rect">
            <a:avLst/>
          </a:prstGeom>
          <a:noFill/>
          <a:ln/>
        </p:spPr>
        <p:txBody>
          <a:bodyPr wrap="square" rtlCol="0" anchor="ctr"/>
          <a:lstStyle/>
          <a:p>
            <a:pPr indent="0" marL="0">
              <a:buNone/>
            </a:pPr>
            <a:r>
              <a:rPr lang="en-US" sz="900" spc="150" kern="0" dirty="0">
                <a:solidFill>
                  <a:srgbClr val="B0C4D8"/>
                </a:solidFill>
                <a:latin typeface="Noto Sans JP" pitchFamily="34" charset="0"/>
                <a:ea typeface="Noto Sans JP" pitchFamily="34" charset="-122"/>
                <a:cs typeface="Noto Sans JP" pitchFamily="34" charset="-120"/>
              </a:rPr>
              <a:t>〜神大生の留学をもっと身近に〜</a:t>
            </a:r>
            <a:endParaRPr lang="en-US" sz="900" dirty="0"/>
          </a:p>
        </p:txBody>
      </p:sp>
      <p:sp>
        <p:nvSpPr>
          <p:cNvPr id="59" name="Shape 57"/>
          <p:cNvSpPr/>
          <p:nvPr/>
        </p:nvSpPr>
        <p:spPr>
          <a:xfrm>
            <a:off x="1005840" y="2999232"/>
            <a:ext cx="1005840" cy="64008"/>
          </a:xfrm>
          <a:prstGeom prst="rect">
            <a:avLst/>
          </a:prstGeom>
          <a:solidFill>
            <a:srgbClr val="E8A820"/>
          </a:solidFill>
          <a:ln w="12700">
            <a:solidFill>
              <a:srgbClr val="E8A820"/>
            </a:solidFill>
            <a:prstDash val="solid"/>
          </a:ln>
        </p:spPr>
      </p:sp>
      <p:sp>
        <p:nvSpPr>
          <p:cNvPr id="60" name="Shape 58"/>
          <p:cNvSpPr/>
          <p:nvPr/>
        </p:nvSpPr>
        <p:spPr>
          <a:xfrm>
            <a:off x="1005840" y="3200400"/>
            <a:ext cx="3383280" cy="566928"/>
          </a:xfrm>
          <a:prstGeom prst="roundRect">
            <a:avLst>
              <a:gd name="adj" fmla="val 16129"/>
            </a:avLst>
          </a:prstGeom>
          <a:solidFill>
            <a:srgbClr val="E8A820"/>
          </a:solidFill>
          <a:ln w="12700">
            <a:solidFill>
              <a:srgbClr val="E8A820"/>
            </a:solidFill>
            <a:prstDash val="solid"/>
          </a:ln>
        </p:spPr>
      </p:sp>
      <p:sp>
        <p:nvSpPr>
          <p:cNvPr id="61" name="Text 59"/>
          <p:cNvSpPr/>
          <p:nvPr/>
        </p:nvSpPr>
        <p:spPr>
          <a:xfrm>
            <a:off x="1005840" y="3209544"/>
            <a:ext cx="3383280" cy="548640"/>
          </a:xfrm>
          <a:prstGeom prst="rect">
            <a:avLst/>
          </a:prstGeom>
          <a:noFill/>
          <a:ln/>
        </p:spPr>
        <p:txBody>
          <a:bodyPr wrap="square" rtlCol="0" anchor="ctr"/>
          <a:lstStyle/>
          <a:p>
            <a:pPr algn="ctr" indent="0" marL="0">
              <a:buNone/>
            </a:pPr>
            <a:r>
              <a:rPr lang="en-US" sz="800" b="1" dirty="0">
                <a:solidFill>
                  <a:srgbClr val="1B2C4E"/>
                </a:solidFill>
                <a:latin typeface="Noto Sans JP" pitchFamily="34" charset="0"/>
                <a:ea typeface="Noto Sans JP" pitchFamily="34" charset="-122"/>
                <a:cs typeface="Noto Sans JP" pitchFamily="34" charset="-120"/>
              </a:rPr>
              <a:t>活動紹介（2025年度）</a:t>
            </a:r>
            <a:endParaRPr lang="en-US" sz="800" dirty="0"/>
          </a:p>
        </p:txBody>
      </p:sp>
      <p:sp>
        <p:nvSpPr>
          <p:cNvPr id="62" name="Shape 60"/>
          <p:cNvSpPr/>
          <p:nvPr/>
        </p:nvSpPr>
        <p:spPr>
          <a:xfrm>
            <a:off x="868680" y="5303520"/>
            <a:ext cx="548640" cy="64008"/>
          </a:xfrm>
          <a:prstGeom prst="rect">
            <a:avLst/>
          </a:prstGeom>
          <a:solidFill>
            <a:srgbClr val="E8A820"/>
          </a:solidFill>
          <a:ln w="12700">
            <a:solidFill>
              <a:srgbClr val="E8A820"/>
            </a:solidFill>
            <a:prstDash val="solid"/>
          </a:ln>
        </p:spPr>
      </p:sp>
      <p:sp>
        <p:nvSpPr>
          <p:cNvPr id="63" name="Text 61"/>
          <p:cNvSpPr/>
          <p:nvPr/>
        </p:nvSpPr>
        <p:spPr>
          <a:xfrm>
            <a:off x="1508760" y="5266944"/>
            <a:ext cx="914400" cy="228600"/>
          </a:xfrm>
          <a:prstGeom prst="rect">
            <a:avLst/>
          </a:prstGeom>
          <a:noFill/>
          <a:ln/>
        </p:spPr>
        <p:txBody>
          <a:bodyPr wrap="square" rtlCol="0" anchor="ctr"/>
          <a:lstStyle/>
          <a:p>
            <a:pPr indent="0" marL="0">
              <a:buNone/>
            </a:pPr>
            <a:r>
              <a:rPr lang="en-US" sz="650" b="1" spc="300" kern="0" dirty="0">
                <a:solidFill>
                  <a:srgbClr val="E8A820"/>
                </a:solidFill>
                <a:latin typeface="Noto Sans JP" pitchFamily="34" charset="0"/>
                <a:ea typeface="Noto Sans JP" pitchFamily="34" charset="-122"/>
                <a:cs typeface="Noto Sans JP" pitchFamily="34" charset="-120"/>
              </a:rPr>
              <a:t>01</a:t>
            </a:r>
            <a:endParaRPr lang="en-US" sz="650" dirty="0"/>
          </a:p>
        </p:txBody>
      </p:sp>
      <p:sp>
        <p:nvSpPr>
          <p:cNvPr id="64" name="Text 62"/>
          <p:cNvSpPr/>
          <p:nvPr/>
        </p:nvSpPr>
        <p:spPr>
          <a:xfrm>
            <a:off x="868680" y="5468112"/>
            <a:ext cx="9144000" cy="640080"/>
          </a:xfrm>
          <a:prstGeom prst="rect">
            <a:avLst/>
          </a:prstGeom>
          <a:noFill/>
          <a:ln/>
        </p:spPr>
        <p:txBody>
          <a:bodyPr wrap="square" rtlCol="0" anchor="ctr"/>
          <a:lstStyle/>
          <a:p>
            <a:pPr indent="0" marL="0">
              <a:buNone/>
            </a:pPr>
            <a:r>
              <a:rPr lang="en-US" sz="1500" b="1" dirty="0">
                <a:solidFill>
                  <a:srgbClr val="1B2C4E"/>
                </a:solidFill>
                <a:latin typeface="Noto Sans JP" pitchFamily="34" charset="0"/>
                <a:ea typeface="Noto Sans JP" pitchFamily="34" charset="-122"/>
                <a:cs typeface="Noto Sans JP" pitchFamily="34" charset="-120"/>
              </a:rPr>
              <a:t>団体基本情報</a:t>
            </a:r>
            <a:endParaRPr lang="en-US" sz="1500" dirty="0"/>
          </a:p>
        </p:txBody>
      </p:sp>
      <p:sp>
        <p:nvSpPr>
          <p:cNvPr id="65" name="Shape 63"/>
          <p:cNvSpPr/>
          <p:nvPr/>
        </p:nvSpPr>
        <p:spPr>
          <a:xfrm>
            <a:off x="868680" y="6236208"/>
            <a:ext cx="4194810" cy="1664208"/>
          </a:xfrm>
          <a:prstGeom prst="roundRect">
            <a:avLst>
              <a:gd name="adj" fmla="val 12088"/>
            </a:avLst>
          </a:prstGeom>
          <a:solidFill>
            <a:srgbClr val="FFFFFF"/>
          </a:solidFill>
          <a:ln w="8890">
            <a:solidFill>
              <a:srgbClr val="DDD5C0"/>
            </a:solidFill>
            <a:prstDash val="solid"/>
          </a:ln>
        </p:spPr>
      </p:sp>
      <p:sp>
        <p:nvSpPr>
          <p:cNvPr id="66" name="Text 64"/>
          <p:cNvSpPr/>
          <p:nvPr/>
        </p:nvSpPr>
        <p:spPr>
          <a:xfrm>
            <a:off x="1069848" y="6437376"/>
            <a:ext cx="4194810" cy="274320"/>
          </a:xfrm>
          <a:prstGeom prst="rect">
            <a:avLst/>
          </a:prstGeom>
          <a:noFill/>
          <a:ln/>
        </p:spPr>
        <p:txBody>
          <a:bodyPr wrap="square" rtlCol="0" anchor="ctr"/>
          <a:lstStyle/>
          <a:p>
            <a:pPr indent="0" marL="0">
              <a:buNone/>
            </a:pPr>
            <a:r>
              <a:rPr lang="en-US" sz="600" b="1" dirty="0">
                <a:solidFill>
                  <a:srgbClr val="E8A820"/>
                </a:solidFill>
                <a:latin typeface="Noto Sans JP" pitchFamily="34" charset="0"/>
                <a:ea typeface="Noto Sans JP" pitchFamily="34" charset="-122"/>
                <a:cs typeface="Noto Sans JP" pitchFamily="34" charset="-120"/>
              </a:rPr>
              <a:t>団  体  名</a:t>
            </a:r>
            <a:endParaRPr lang="en-US" sz="600" dirty="0"/>
          </a:p>
        </p:txBody>
      </p:sp>
      <p:sp>
        <p:nvSpPr>
          <p:cNvPr id="67" name="Text 65"/>
          <p:cNvSpPr/>
          <p:nvPr/>
        </p:nvSpPr>
        <p:spPr>
          <a:xfrm>
            <a:off x="1069848" y="6739128"/>
            <a:ext cx="3920490" cy="502920"/>
          </a:xfrm>
          <a:prstGeom prst="rect">
            <a:avLst/>
          </a:prstGeom>
          <a:noFill/>
          <a:ln/>
        </p:spPr>
        <p:txBody>
          <a:bodyPr wrap="square" rtlCol="0" anchor="ctr"/>
          <a:lstStyle/>
          <a:p>
            <a:pPr indent="0" marL="0">
              <a:buNone/>
            </a:pPr>
            <a:r>
              <a:rPr lang="en-US" sz="1000" b="1" dirty="0">
                <a:solidFill>
                  <a:srgbClr val="1B2C4E"/>
                </a:solidFill>
                <a:latin typeface="Noto Sans JP" pitchFamily="34" charset="0"/>
                <a:ea typeface="Noto Sans JP" pitchFamily="34" charset="-122"/>
                <a:cs typeface="Noto Sans JP" pitchFamily="34" charset="-120"/>
              </a:rPr>
              <a:t>神大留学リアル</a:t>
            </a:r>
            <a:endParaRPr lang="en-US" sz="1000" dirty="0"/>
          </a:p>
        </p:txBody>
      </p:sp>
      <p:sp>
        <p:nvSpPr>
          <p:cNvPr id="68" name="Shape 66"/>
          <p:cNvSpPr/>
          <p:nvPr/>
        </p:nvSpPr>
        <p:spPr>
          <a:xfrm>
            <a:off x="5292090" y="6236208"/>
            <a:ext cx="4194810" cy="1664208"/>
          </a:xfrm>
          <a:prstGeom prst="roundRect">
            <a:avLst>
              <a:gd name="adj" fmla="val 12088"/>
            </a:avLst>
          </a:prstGeom>
          <a:solidFill>
            <a:srgbClr val="FFFFFF"/>
          </a:solidFill>
          <a:ln w="8890">
            <a:solidFill>
              <a:srgbClr val="DDD5C0"/>
            </a:solidFill>
            <a:prstDash val="solid"/>
          </a:ln>
        </p:spPr>
      </p:sp>
      <p:sp>
        <p:nvSpPr>
          <p:cNvPr id="69" name="Text 67"/>
          <p:cNvSpPr/>
          <p:nvPr/>
        </p:nvSpPr>
        <p:spPr>
          <a:xfrm>
            <a:off x="5493258" y="6437376"/>
            <a:ext cx="4194810" cy="274320"/>
          </a:xfrm>
          <a:prstGeom prst="rect">
            <a:avLst/>
          </a:prstGeom>
          <a:noFill/>
          <a:ln/>
        </p:spPr>
        <p:txBody>
          <a:bodyPr wrap="square" rtlCol="0" anchor="ctr"/>
          <a:lstStyle/>
          <a:p>
            <a:pPr indent="0" marL="0">
              <a:buNone/>
            </a:pPr>
            <a:r>
              <a:rPr lang="en-US" sz="600" b="1" dirty="0">
                <a:solidFill>
                  <a:srgbClr val="E8A820"/>
                </a:solidFill>
                <a:latin typeface="Noto Sans JP" pitchFamily="34" charset="0"/>
                <a:ea typeface="Noto Sans JP" pitchFamily="34" charset="-122"/>
                <a:cs typeface="Noto Sans JP" pitchFamily="34" charset="-120"/>
              </a:rPr>
              <a:t>設 立 年 月</a:t>
            </a:r>
            <a:endParaRPr lang="en-US" sz="600" dirty="0"/>
          </a:p>
        </p:txBody>
      </p:sp>
      <p:sp>
        <p:nvSpPr>
          <p:cNvPr id="70" name="Text 68"/>
          <p:cNvSpPr/>
          <p:nvPr/>
        </p:nvSpPr>
        <p:spPr>
          <a:xfrm>
            <a:off x="5493258" y="6739128"/>
            <a:ext cx="3920490" cy="502920"/>
          </a:xfrm>
          <a:prstGeom prst="rect">
            <a:avLst/>
          </a:prstGeom>
          <a:noFill/>
          <a:ln/>
        </p:spPr>
        <p:txBody>
          <a:bodyPr wrap="square" rtlCol="0" anchor="ctr"/>
          <a:lstStyle/>
          <a:p>
            <a:pPr indent="0" marL="0">
              <a:buNone/>
            </a:pPr>
            <a:r>
              <a:rPr lang="en-US" sz="1000" b="1" dirty="0">
                <a:solidFill>
                  <a:srgbClr val="1B2C4E"/>
                </a:solidFill>
                <a:latin typeface="Noto Sans JP" pitchFamily="34" charset="0"/>
                <a:ea typeface="Noto Sans JP" pitchFamily="34" charset="-122"/>
                <a:cs typeface="Noto Sans JP" pitchFamily="34" charset="-120"/>
              </a:rPr>
              <a:t>2025年</a:t>
            </a:r>
            <a:endParaRPr lang="en-US" sz="1000" dirty="0"/>
          </a:p>
        </p:txBody>
      </p:sp>
      <p:sp>
        <p:nvSpPr>
          <p:cNvPr id="71" name="Shape 69"/>
          <p:cNvSpPr/>
          <p:nvPr/>
        </p:nvSpPr>
        <p:spPr>
          <a:xfrm>
            <a:off x="9715500" y="6236208"/>
            <a:ext cx="4194810" cy="1664208"/>
          </a:xfrm>
          <a:prstGeom prst="roundRect">
            <a:avLst>
              <a:gd name="adj" fmla="val 12088"/>
            </a:avLst>
          </a:prstGeom>
          <a:solidFill>
            <a:srgbClr val="FFFFFF"/>
          </a:solidFill>
          <a:ln w="8890">
            <a:solidFill>
              <a:srgbClr val="DDD5C0"/>
            </a:solidFill>
            <a:prstDash val="solid"/>
          </a:ln>
        </p:spPr>
      </p:sp>
      <p:sp>
        <p:nvSpPr>
          <p:cNvPr id="72" name="Text 70"/>
          <p:cNvSpPr/>
          <p:nvPr/>
        </p:nvSpPr>
        <p:spPr>
          <a:xfrm>
            <a:off x="9916668" y="6437376"/>
            <a:ext cx="4194810" cy="274320"/>
          </a:xfrm>
          <a:prstGeom prst="rect">
            <a:avLst/>
          </a:prstGeom>
          <a:noFill/>
          <a:ln/>
        </p:spPr>
        <p:txBody>
          <a:bodyPr wrap="square" rtlCol="0" anchor="ctr"/>
          <a:lstStyle/>
          <a:p>
            <a:pPr indent="0" marL="0">
              <a:buNone/>
            </a:pPr>
            <a:r>
              <a:rPr lang="en-US" sz="600" b="1" dirty="0">
                <a:solidFill>
                  <a:srgbClr val="E8A820"/>
                </a:solidFill>
                <a:latin typeface="Noto Sans JP" pitchFamily="34" charset="0"/>
                <a:ea typeface="Noto Sans JP" pitchFamily="34" charset="-122"/>
                <a:cs typeface="Noto Sans JP" pitchFamily="34" charset="-120"/>
              </a:rPr>
              <a:t>代  表  者</a:t>
            </a:r>
            <a:endParaRPr lang="en-US" sz="600" dirty="0"/>
          </a:p>
        </p:txBody>
      </p:sp>
      <p:sp>
        <p:nvSpPr>
          <p:cNvPr id="73" name="Text 71"/>
          <p:cNvSpPr/>
          <p:nvPr/>
        </p:nvSpPr>
        <p:spPr>
          <a:xfrm>
            <a:off x="9916668" y="6739128"/>
            <a:ext cx="3920490" cy="502920"/>
          </a:xfrm>
          <a:prstGeom prst="rect">
            <a:avLst/>
          </a:prstGeom>
          <a:noFill/>
          <a:ln/>
        </p:spPr>
        <p:txBody>
          <a:bodyPr wrap="square" rtlCol="0" anchor="ctr"/>
          <a:lstStyle/>
          <a:p>
            <a:pPr indent="0" marL="0">
              <a:buNone/>
            </a:pPr>
            <a:r>
              <a:rPr lang="en-US" sz="1000" b="1" dirty="0">
                <a:solidFill>
                  <a:srgbClr val="1B2C4E"/>
                </a:solidFill>
                <a:latin typeface="Noto Sans JP" pitchFamily="34" charset="0"/>
                <a:ea typeface="Noto Sans JP" pitchFamily="34" charset="-122"/>
                <a:cs typeface="Noto Sans JP" pitchFamily="34" charset="-120"/>
              </a:rPr>
              <a:t>宇都健太</a:t>
            </a:r>
            <a:endParaRPr lang="en-US" sz="1000" dirty="0"/>
          </a:p>
        </p:txBody>
      </p:sp>
      <p:sp>
        <p:nvSpPr>
          <p:cNvPr id="74" name="Text 72"/>
          <p:cNvSpPr/>
          <p:nvPr/>
        </p:nvSpPr>
        <p:spPr>
          <a:xfrm>
            <a:off x="9916668" y="7242048"/>
            <a:ext cx="3920490" cy="594360"/>
          </a:xfrm>
          <a:prstGeom prst="rect">
            <a:avLst/>
          </a:prstGeom>
          <a:noFill/>
          <a:ln/>
        </p:spPr>
        <p:txBody>
          <a:bodyPr wrap="square" rtlCol="0" anchor="t"/>
          <a:lstStyle/>
          <a:p>
            <a:pPr indent="0" marL="0">
              <a:buNone/>
            </a:pPr>
            <a:r>
              <a:rPr lang="en-US" sz="650" dirty="0">
                <a:solidFill>
                  <a:srgbClr val="888888"/>
                </a:solidFill>
                <a:latin typeface="Noto Sans JP" pitchFamily="34" charset="0"/>
                <a:ea typeface="Noto Sans JP" pitchFamily="34" charset="-122"/>
                <a:cs typeface="Noto Sans JP" pitchFamily="34" charset="-120"/>
              </a:rPr>
              <a:t>経営学部 4回生</a:t>
            </a:r>
            <a:endParaRPr lang="en-US" sz="650" dirty="0"/>
          </a:p>
        </p:txBody>
      </p:sp>
      <p:sp>
        <p:nvSpPr>
          <p:cNvPr id="75" name="Shape 73"/>
          <p:cNvSpPr/>
          <p:nvPr/>
        </p:nvSpPr>
        <p:spPr>
          <a:xfrm>
            <a:off x="14138910" y="6236208"/>
            <a:ext cx="4194810" cy="1664208"/>
          </a:xfrm>
          <a:prstGeom prst="roundRect">
            <a:avLst>
              <a:gd name="adj" fmla="val 12088"/>
            </a:avLst>
          </a:prstGeom>
          <a:solidFill>
            <a:srgbClr val="FFFFFF"/>
          </a:solidFill>
          <a:ln w="8890">
            <a:solidFill>
              <a:srgbClr val="DDD5C0"/>
            </a:solidFill>
            <a:prstDash val="solid"/>
          </a:ln>
        </p:spPr>
      </p:sp>
      <p:sp>
        <p:nvSpPr>
          <p:cNvPr id="76" name="Text 74"/>
          <p:cNvSpPr/>
          <p:nvPr/>
        </p:nvSpPr>
        <p:spPr>
          <a:xfrm>
            <a:off x="14340078" y="6437376"/>
            <a:ext cx="4194810" cy="274320"/>
          </a:xfrm>
          <a:prstGeom prst="rect">
            <a:avLst/>
          </a:prstGeom>
          <a:noFill/>
          <a:ln/>
        </p:spPr>
        <p:txBody>
          <a:bodyPr wrap="square" rtlCol="0" anchor="ctr"/>
          <a:lstStyle/>
          <a:p>
            <a:pPr indent="0" marL="0">
              <a:buNone/>
            </a:pPr>
            <a:r>
              <a:rPr lang="en-US" sz="600" b="1" dirty="0">
                <a:solidFill>
                  <a:srgbClr val="E8A820"/>
                </a:solidFill>
                <a:latin typeface="Noto Sans JP" pitchFamily="34" charset="0"/>
                <a:ea typeface="Noto Sans JP" pitchFamily="34" charset="-122"/>
                <a:cs typeface="Noto Sans JP" pitchFamily="34" charset="-120"/>
              </a:rPr>
              <a:t>幹事人数 / 活動対象</a:t>
            </a:r>
            <a:endParaRPr lang="en-US" sz="600" dirty="0"/>
          </a:p>
        </p:txBody>
      </p:sp>
      <p:sp>
        <p:nvSpPr>
          <p:cNvPr id="77" name="Text 75"/>
          <p:cNvSpPr/>
          <p:nvPr/>
        </p:nvSpPr>
        <p:spPr>
          <a:xfrm>
            <a:off x="14340078" y="6739128"/>
            <a:ext cx="3920490" cy="502920"/>
          </a:xfrm>
          <a:prstGeom prst="rect">
            <a:avLst/>
          </a:prstGeom>
          <a:noFill/>
          <a:ln/>
        </p:spPr>
        <p:txBody>
          <a:bodyPr wrap="square" rtlCol="0" anchor="ctr"/>
          <a:lstStyle/>
          <a:p>
            <a:pPr indent="0" marL="0">
              <a:buNone/>
            </a:pPr>
            <a:r>
              <a:rPr lang="en-US" sz="1000" b="1" dirty="0">
                <a:solidFill>
                  <a:srgbClr val="1B2C4E"/>
                </a:solidFill>
                <a:latin typeface="Noto Sans JP" pitchFamily="34" charset="0"/>
                <a:ea typeface="Noto Sans JP" pitchFamily="34" charset="-122"/>
                <a:cs typeface="Noto Sans JP" pitchFamily="34" charset="-120"/>
              </a:rPr>
              <a:t>16名</a:t>
            </a:r>
            <a:endParaRPr lang="en-US" sz="1000" dirty="0"/>
          </a:p>
        </p:txBody>
      </p:sp>
      <p:sp>
        <p:nvSpPr>
          <p:cNvPr id="78" name="Text 76"/>
          <p:cNvSpPr/>
          <p:nvPr/>
        </p:nvSpPr>
        <p:spPr>
          <a:xfrm>
            <a:off x="14340078" y="7242048"/>
            <a:ext cx="3920490" cy="594360"/>
          </a:xfrm>
          <a:prstGeom prst="rect">
            <a:avLst/>
          </a:prstGeom>
          <a:noFill/>
          <a:ln/>
        </p:spPr>
        <p:txBody>
          <a:bodyPr wrap="square" rtlCol="0" anchor="t"/>
          <a:lstStyle/>
          <a:p>
            <a:pPr indent="0" marL="0">
              <a:buNone/>
            </a:pPr>
            <a:r>
              <a:rPr lang="en-US" sz="650" dirty="0">
                <a:solidFill>
                  <a:srgbClr val="888888"/>
                </a:solidFill>
                <a:latin typeface="Noto Sans JP" pitchFamily="34" charset="0"/>
                <a:ea typeface="Noto Sans JP" pitchFamily="34" charset="-122"/>
                <a:cs typeface="Noto Sans JP" pitchFamily="34" charset="-120"/>
              </a:rPr>
              <a:t>神戸大学在学生・卒業生</a:t>
            </a:r>
            <a:endParaRPr lang="en-US" sz="650" dirty="0"/>
          </a:p>
          <a:p>
            <a:pPr indent="0" marL="0">
              <a:buNone/>
            </a:pPr>
            <a:r>
              <a:rPr lang="en-US" sz="650" dirty="0">
                <a:solidFill>
                  <a:srgbClr val="888888"/>
                </a:solidFill>
                <a:latin typeface="Noto Sans JP" pitchFamily="34" charset="0"/>
                <a:ea typeface="Noto Sans JP" pitchFamily="34" charset="-122"/>
                <a:cs typeface="Noto Sans JP" pitchFamily="34" charset="-120"/>
              </a:rPr>
              <a:t>留学検討中の全大学生・高校生</a:t>
            </a:r>
            <a:endParaRPr lang="en-US" sz="650" dirty="0"/>
          </a:p>
        </p:txBody>
      </p:sp>
      <p:sp>
        <p:nvSpPr>
          <p:cNvPr id="79" name="Shape 77"/>
          <p:cNvSpPr/>
          <p:nvPr/>
        </p:nvSpPr>
        <p:spPr>
          <a:xfrm>
            <a:off x="868680" y="8156448"/>
            <a:ext cx="17465040" cy="3291840"/>
          </a:xfrm>
          <a:prstGeom prst="roundRect">
            <a:avLst>
              <a:gd name="adj" fmla="val 6111"/>
            </a:avLst>
          </a:prstGeom>
          <a:solidFill>
            <a:srgbClr val="FFFFFF"/>
          </a:solidFill>
          <a:ln w="8890">
            <a:solidFill>
              <a:srgbClr val="DDD5C0"/>
            </a:solidFill>
            <a:prstDash val="solid"/>
          </a:ln>
        </p:spPr>
      </p:sp>
      <p:sp>
        <p:nvSpPr>
          <p:cNvPr id="80" name="Text 78"/>
          <p:cNvSpPr/>
          <p:nvPr/>
        </p:nvSpPr>
        <p:spPr>
          <a:xfrm>
            <a:off x="1069848" y="8385048"/>
            <a:ext cx="3657600" cy="274320"/>
          </a:xfrm>
          <a:prstGeom prst="rect">
            <a:avLst/>
          </a:prstGeom>
          <a:noFill/>
          <a:ln/>
        </p:spPr>
        <p:txBody>
          <a:bodyPr wrap="square" rtlCol="0" anchor="ctr"/>
          <a:lstStyle/>
          <a:p>
            <a:pPr indent="0" marL="0">
              <a:buNone/>
            </a:pPr>
            <a:r>
              <a:rPr lang="en-US" sz="600" b="1" dirty="0">
                <a:solidFill>
                  <a:srgbClr val="E8A820"/>
                </a:solidFill>
                <a:latin typeface="Noto Sans JP" pitchFamily="34" charset="0"/>
                <a:ea typeface="Noto Sans JP" pitchFamily="34" charset="-122"/>
                <a:cs typeface="Noto Sans JP" pitchFamily="34" charset="-120"/>
              </a:rPr>
              <a:t>活 動 媒 体</a:t>
            </a:r>
            <a:endParaRPr lang="en-US" sz="600" dirty="0"/>
          </a:p>
        </p:txBody>
      </p:sp>
      <p:sp>
        <p:nvSpPr>
          <p:cNvPr id="81" name="Text 79"/>
          <p:cNvSpPr/>
          <p:nvPr/>
        </p:nvSpPr>
        <p:spPr>
          <a:xfrm>
            <a:off x="1069848" y="8814816"/>
            <a:ext cx="10058400" cy="347472"/>
          </a:xfrm>
          <a:prstGeom prst="rect">
            <a:avLst/>
          </a:prstGeom>
          <a:noFill/>
          <a:ln/>
        </p:spPr>
        <p:txBody>
          <a:bodyPr wrap="square" rtlCol="0" anchor="ctr"/>
          <a:lstStyle/>
          <a:p>
            <a:pPr indent="0" marL="0">
              <a:buNone/>
            </a:pPr>
            <a:r>
              <a:rPr lang="en-US" sz="900" b="1" dirty="0">
                <a:solidFill>
                  <a:srgbClr val="1B2C4E"/>
                </a:solidFill>
                <a:latin typeface="Noto Sans JP" pitchFamily="34" charset="0"/>
                <a:ea typeface="Noto Sans JP" pitchFamily="34" charset="-122"/>
                <a:cs typeface="Noto Sans JP" pitchFamily="34" charset="-120"/>
              </a:rPr>
              <a:t>📸  Instagram</a:t>
            </a:r>
            <a:endParaRPr lang="en-US" sz="900" dirty="0"/>
          </a:p>
        </p:txBody>
      </p:sp>
      <p:sp>
        <p:nvSpPr>
          <p:cNvPr id="82" name="Text 80"/>
          <p:cNvSpPr/>
          <p:nvPr/>
        </p:nvSpPr>
        <p:spPr>
          <a:xfrm>
            <a:off x="1069848" y="9162288"/>
            <a:ext cx="11887200" cy="274320"/>
          </a:xfrm>
          <a:prstGeom prst="rect">
            <a:avLst/>
          </a:prstGeom>
          <a:noFill/>
          <a:ln/>
        </p:spPr>
        <p:txBody>
          <a:bodyPr wrap="square" rtlCol="0" anchor="ctr"/>
          <a:lstStyle/>
          <a:p>
            <a:pPr indent="0" marL="0">
              <a:buNone/>
            </a:pPr>
            <a:r>
              <a:rPr lang="en-US" sz="700" dirty="0">
                <a:solidFill>
                  <a:srgbClr val="2D9CB4"/>
                </a:solidFill>
                <a:latin typeface="Noto Sans JP" pitchFamily="34" charset="0"/>
                <a:ea typeface="Noto Sans JP" pitchFamily="34" charset="-122"/>
                <a:cs typeface="Noto Sans JP" pitchFamily="34" charset="-120"/>
              </a:rPr>
              <a:t>@kobeu_studyabroad</a:t>
            </a:r>
            <a:endParaRPr lang="en-US" sz="700" dirty="0"/>
          </a:p>
        </p:txBody>
      </p:sp>
      <p:sp>
        <p:nvSpPr>
          <p:cNvPr id="83" name="Text 81"/>
          <p:cNvSpPr/>
          <p:nvPr/>
        </p:nvSpPr>
        <p:spPr>
          <a:xfrm>
            <a:off x="16184880" y="8906256"/>
            <a:ext cx="2011680" cy="320040"/>
          </a:xfrm>
          <a:prstGeom prst="rect">
            <a:avLst/>
          </a:prstGeom>
          <a:noFill/>
          <a:ln/>
        </p:spPr>
        <p:txBody>
          <a:bodyPr wrap="square" rtlCol="0" anchor="ctr"/>
          <a:lstStyle/>
          <a:p>
            <a:pPr algn="r" indent="0" marL="0">
              <a:buNone/>
            </a:pPr>
            <a:r>
              <a:rPr lang="en-US" sz="700" dirty="0">
                <a:solidFill>
                  <a:srgbClr val="888888"/>
                </a:solidFill>
                <a:latin typeface="Noto Sans JP" pitchFamily="34" charset="0"/>
                <a:ea typeface="Noto Sans JP" pitchFamily="34" charset="-122"/>
                <a:cs typeface="Noto Sans JP" pitchFamily="34" charset="-120"/>
              </a:rPr>
              <a:t>2025年9月〜</a:t>
            </a:r>
            <a:endParaRPr lang="en-US" sz="700" dirty="0"/>
          </a:p>
        </p:txBody>
      </p:sp>
      <p:sp>
        <p:nvSpPr>
          <p:cNvPr id="84" name="Shape 82"/>
          <p:cNvSpPr/>
          <p:nvPr/>
        </p:nvSpPr>
        <p:spPr>
          <a:xfrm>
            <a:off x="1069848" y="9637776"/>
            <a:ext cx="17062704" cy="0"/>
          </a:xfrm>
          <a:prstGeom prst="line">
            <a:avLst/>
          </a:prstGeom>
          <a:noFill/>
          <a:ln w="6350">
            <a:solidFill>
              <a:srgbClr val="E8E0CE"/>
            </a:solidFill>
            <a:prstDash val="solid"/>
          </a:ln>
        </p:spPr>
      </p:sp>
      <p:sp>
        <p:nvSpPr>
          <p:cNvPr id="85" name="Text 83"/>
          <p:cNvSpPr/>
          <p:nvPr/>
        </p:nvSpPr>
        <p:spPr>
          <a:xfrm>
            <a:off x="1069848" y="9692640"/>
            <a:ext cx="10058400" cy="347472"/>
          </a:xfrm>
          <a:prstGeom prst="rect">
            <a:avLst/>
          </a:prstGeom>
          <a:noFill/>
          <a:ln/>
        </p:spPr>
        <p:txBody>
          <a:bodyPr wrap="square" rtlCol="0" anchor="ctr"/>
          <a:lstStyle/>
          <a:p>
            <a:pPr indent="0" marL="0">
              <a:buNone/>
            </a:pPr>
            <a:r>
              <a:rPr lang="en-US" sz="900" b="1" dirty="0">
                <a:solidFill>
                  <a:srgbClr val="1B2C4E"/>
                </a:solidFill>
                <a:latin typeface="Noto Sans JP" pitchFamily="34" charset="0"/>
                <a:ea typeface="Noto Sans JP" pitchFamily="34" charset="-122"/>
                <a:cs typeface="Noto Sans JP" pitchFamily="34" charset="-120"/>
              </a:rPr>
              <a:t>✍️  Note</a:t>
            </a:r>
            <a:endParaRPr lang="en-US" sz="900" dirty="0"/>
          </a:p>
        </p:txBody>
      </p:sp>
      <p:sp>
        <p:nvSpPr>
          <p:cNvPr id="86" name="Text 84"/>
          <p:cNvSpPr/>
          <p:nvPr/>
        </p:nvSpPr>
        <p:spPr>
          <a:xfrm>
            <a:off x="1069848" y="10040112"/>
            <a:ext cx="11887200" cy="274320"/>
          </a:xfrm>
          <a:prstGeom prst="rect">
            <a:avLst/>
          </a:prstGeom>
          <a:noFill/>
          <a:ln/>
        </p:spPr>
        <p:txBody>
          <a:bodyPr wrap="square" rtlCol="0" anchor="ctr"/>
          <a:lstStyle/>
          <a:p>
            <a:pPr indent="0" marL="0">
              <a:buNone/>
            </a:pPr>
            <a:r>
              <a:rPr lang="en-US" sz="700" dirty="0">
                <a:solidFill>
                  <a:srgbClr val="2D9CB4"/>
                </a:solidFill>
                <a:latin typeface="Noto Sans JP" pitchFamily="34" charset="0"/>
                <a:ea typeface="Noto Sans JP" pitchFamily="34" charset="-122"/>
                <a:cs typeface="Noto Sans JP" pitchFamily="34" charset="-120"/>
              </a:rPr>
              <a:t>note.com/kobeu_abroad</a:t>
            </a:r>
            <a:endParaRPr lang="en-US" sz="700" dirty="0"/>
          </a:p>
        </p:txBody>
      </p:sp>
      <p:sp>
        <p:nvSpPr>
          <p:cNvPr id="87" name="Text 85"/>
          <p:cNvSpPr/>
          <p:nvPr/>
        </p:nvSpPr>
        <p:spPr>
          <a:xfrm>
            <a:off x="16184880" y="9784080"/>
            <a:ext cx="2011680" cy="320040"/>
          </a:xfrm>
          <a:prstGeom prst="rect">
            <a:avLst/>
          </a:prstGeom>
          <a:noFill/>
          <a:ln/>
        </p:spPr>
        <p:txBody>
          <a:bodyPr wrap="square" rtlCol="0" anchor="ctr"/>
          <a:lstStyle/>
          <a:p>
            <a:pPr algn="r" indent="0" marL="0">
              <a:buNone/>
            </a:pPr>
            <a:r>
              <a:rPr lang="en-US" sz="700" dirty="0">
                <a:solidFill>
                  <a:srgbClr val="888888"/>
                </a:solidFill>
                <a:latin typeface="Noto Sans JP" pitchFamily="34" charset="0"/>
                <a:ea typeface="Noto Sans JP" pitchFamily="34" charset="-122"/>
                <a:cs typeface="Noto Sans JP" pitchFamily="34" charset="-120"/>
              </a:rPr>
              <a:t>2026年3月〜</a:t>
            </a:r>
            <a:endParaRPr lang="en-US" sz="700" dirty="0"/>
          </a:p>
        </p:txBody>
      </p:sp>
      <p:sp>
        <p:nvSpPr>
          <p:cNvPr id="88" name="Shape 86"/>
          <p:cNvSpPr/>
          <p:nvPr/>
        </p:nvSpPr>
        <p:spPr>
          <a:xfrm>
            <a:off x="1069848" y="10515600"/>
            <a:ext cx="17062704" cy="0"/>
          </a:xfrm>
          <a:prstGeom prst="line">
            <a:avLst/>
          </a:prstGeom>
          <a:noFill/>
          <a:ln w="6350">
            <a:solidFill>
              <a:srgbClr val="E8E0CE"/>
            </a:solidFill>
            <a:prstDash val="solid"/>
          </a:ln>
        </p:spPr>
      </p:sp>
      <p:sp>
        <p:nvSpPr>
          <p:cNvPr id="89" name="Text 87"/>
          <p:cNvSpPr/>
          <p:nvPr/>
        </p:nvSpPr>
        <p:spPr>
          <a:xfrm>
            <a:off x="1069848" y="10570464"/>
            <a:ext cx="10058400" cy="347472"/>
          </a:xfrm>
          <a:prstGeom prst="rect">
            <a:avLst/>
          </a:prstGeom>
          <a:noFill/>
          <a:ln/>
        </p:spPr>
        <p:txBody>
          <a:bodyPr wrap="square" rtlCol="0" anchor="ctr"/>
          <a:lstStyle/>
          <a:p>
            <a:pPr indent="0" marL="0">
              <a:buNone/>
            </a:pPr>
            <a:r>
              <a:rPr lang="en-US" sz="900" b="1" dirty="0">
                <a:solidFill>
                  <a:srgbClr val="1B2C4E"/>
                </a:solidFill>
                <a:latin typeface="Noto Sans JP" pitchFamily="34" charset="0"/>
                <a:ea typeface="Noto Sans JP" pitchFamily="34" charset="-122"/>
                <a:cs typeface="Noto Sans JP" pitchFamily="34" charset="-120"/>
              </a:rPr>
              <a:t>📌  Padlet</a:t>
            </a:r>
            <a:endParaRPr lang="en-US" sz="900" dirty="0"/>
          </a:p>
        </p:txBody>
      </p:sp>
      <p:sp>
        <p:nvSpPr>
          <p:cNvPr id="90" name="Text 88"/>
          <p:cNvSpPr/>
          <p:nvPr/>
        </p:nvSpPr>
        <p:spPr>
          <a:xfrm>
            <a:off x="1069848" y="10917936"/>
            <a:ext cx="11887200" cy="274320"/>
          </a:xfrm>
          <a:prstGeom prst="rect">
            <a:avLst/>
          </a:prstGeom>
          <a:noFill/>
          <a:ln/>
        </p:spPr>
        <p:txBody>
          <a:bodyPr wrap="square" rtlCol="0" anchor="ctr"/>
          <a:lstStyle/>
          <a:p>
            <a:pPr indent="0" marL="0">
              <a:buNone/>
            </a:pPr>
            <a:r>
              <a:rPr lang="en-US" sz="700" dirty="0">
                <a:solidFill>
                  <a:srgbClr val="2D9CB4"/>
                </a:solidFill>
                <a:latin typeface="Noto Sans JP" pitchFamily="34" charset="0"/>
                <a:ea typeface="Noto Sans JP" pitchFamily="34" charset="-122"/>
                <a:cs typeface="Noto Sans JP" pitchFamily="34" charset="-120"/>
              </a:rPr>
              <a:t>padlet.com/kobeustudyabroad2025/padlet-ktoczxwypj225o11</a:t>
            </a:r>
            <a:endParaRPr lang="en-US" sz="700" dirty="0"/>
          </a:p>
        </p:txBody>
      </p:sp>
      <p:sp>
        <p:nvSpPr>
          <p:cNvPr id="91" name="Text 89"/>
          <p:cNvSpPr/>
          <p:nvPr/>
        </p:nvSpPr>
        <p:spPr>
          <a:xfrm>
            <a:off x="16184880" y="10661904"/>
            <a:ext cx="2011680" cy="320040"/>
          </a:xfrm>
          <a:prstGeom prst="rect">
            <a:avLst/>
          </a:prstGeom>
          <a:noFill/>
          <a:ln/>
        </p:spPr>
        <p:txBody>
          <a:bodyPr wrap="square" rtlCol="0" anchor="ctr"/>
          <a:lstStyle/>
          <a:p>
            <a:pPr algn="r" indent="0" marL="0">
              <a:buNone/>
            </a:pPr>
            <a:r>
              <a:rPr lang="en-US" sz="700" dirty="0">
                <a:solidFill>
                  <a:srgbClr val="888888"/>
                </a:solidFill>
                <a:latin typeface="Noto Sans JP" pitchFamily="34" charset="0"/>
                <a:ea typeface="Noto Sans JP" pitchFamily="34" charset="-122"/>
                <a:cs typeface="Noto Sans JP" pitchFamily="34" charset="-120"/>
              </a:rPr>
              <a:t>2026年4月〜</a:t>
            </a:r>
            <a:endParaRPr lang="en-US" sz="700" dirty="0"/>
          </a:p>
        </p:txBody>
      </p:sp>
      <p:sp>
        <p:nvSpPr>
          <p:cNvPr id="92" name="Shape 90"/>
          <p:cNvSpPr/>
          <p:nvPr/>
        </p:nvSpPr>
        <p:spPr>
          <a:xfrm>
            <a:off x="868680" y="12042648"/>
            <a:ext cx="548640" cy="64008"/>
          </a:xfrm>
          <a:prstGeom prst="rect">
            <a:avLst/>
          </a:prstGeom>
          <a:solidFill>
            <a:srgbClr val="E8A820"/>
          </a:solidFill>
          <a:ln w="12700">
            <a:solidFill>
              <a:srgbClr val="E8A820"/>
            </a:solidFill>
            <a:prstDash val="solid"/>
          </a:ln>
        </p:spPr>
      </p:sp>
      <p:sp>
        <p:nvSpPr>
          <p:cNvPr id="93" name="Text 91"/>
          <p:cNvSpPr/>
          <p:nvPr/>
        </p:nvSpPr>
        <p:spPr>
          <a:xfrm>
            <a:off x="1508760" y="12006072"/>
            <a:ext cx="914400" cy="228600"/>
          </a:xfrm>
          <a:prstGeom prst="rect">
            <a:avLst/>
          </a:prstGeom>
          <a:noFill/>
          <a:ln/>
        </p:spPr>
        <p:txBody>
          <a:bodyPr wrap="square" rtlCol="0" anchor="ctr"/>
          <a:lstStyle/>
          <a:p>
            <a:pPr indent="0" marL="0">
              <a:buNone/>
            </a:pPr>
            <a:r>
              <a:rPr lang="en-US" sz="650" b="1" spc="300" kern="0" dirty="0">
                <a:solidFill>
                  <a:srgbClr val="E8A820"/>
                </a:solidFill>
                <a:latin typeface="Noto Sans JP" pitchFamily="34" charset="0"/>
                <a:ea typeface="Noto Sans JP" pitchFamily="34" charset="-122"/>
                <a:cs typeface="Noto Sans JP" pitchFamily="34" charset="-120"/>
              </a:rPr>
              <a:t>02</a:t>
            </a:r>
            <a:endParaRPr lang="en-US" sz="650" dirty="0"/>
          </a:p>
        </p:txBody>
      </p:sp>
      <p:sp>
        <p:nvSpPr>
          <p:cNvPr id="94" name="Text 92"/>
          <p:cNvSpPr/>
          <p:nvPr/>
        </p:nvSpPr>
        <p:spPr>
          <a:xfrm>
            <a:off x="868680" y="12207240"/>
            <a:ext cx="9144000" cy="640080"/>
          </a:xfrm>
          <a:prstGeom prst="rect">
            <a:avLst/>
          </a:prstGeom>
          <a:noFill/>
          <a:ln/>
        </p:spPr>
        <p:txBody>
          <a:bodyPr wrap="square" rtlCol="0" anchor="ctr"/>
          <a:lstStyle/>
          <a:p>
            <a:pPr indent="0" marL="0">
              <a:buNone/>
            </a:pPr>
            <a:r>
              <a:rPr lang="en-US" sz="1500" b="1" dirty="0">
                <a:solidFill>
                  <a:srgbClr val="1B2C4E"/>
                </a:solidFill>
                <a:latin typeface="Noto Sans JP" pitchFamily="34" charset="0"/>
                <a:ea typeface="Noto Sans JP" pitchFamily="34" charset="-122"/>
                <a:cs typeface="Noto Sans JP" pitchFamily="34" charset="-120"/>
              </a:rPr>
              <a:t>設立背景・問題意識</a:t>
            </a:r>
            <a:endParaRPr lang="en-US" sz="1500" dirty="0"/>
          </a:p>
        </p:txBody>
      </p:sp>
      <p:sp>
        <p:nvSpPr>
          <p:cNvPr id="95" name="Shape 93"/>
          <p:cNvSpPr/>
          <p:nvPr/>
        </p:nvSpPr>
        <p:spPr>
          <a:xfrm>
            <a:off x="868680" y="12957048"/>
            <a:ext cx="5638800" cy="5029200"/>
          </a:xfrm>
          <a:prstGeom prst="roundRect">
            <a:avLst>
              <a:gd name="adj" fmla="val 4000"/>
            </a:avLst>
          </a:prstGeom>
          <a:solidFill>
            <a:srgbClr val="FFFFFF"/>
          </a:solidFill>
          <a:ln w="8890">
            <a:solidFill>
              <a:srgbClr val="DDD5C0"/>
            </a:solidFill>
            <a:prstDash val="solid"/>
          </a:ln>
        </p:spPr>
      </p:sp>
      <p:sp>
        <p:nvSpPr>
          <p:cNvPr id="96" name="Shape 94"/>
          <p:cNvSpPr/>
          <p:nvPr/>
        </p:nvSpPr>
        <p:spPr>
          <a:xfrm>
            <a:off x="868680" y="12957048"/>
            <a:ext cx="5638800" cy="109728"/>
          </a:xfrm>
          <a:prstGeom prst="roundRect">
            <a:avLst>
              <a:gd name="adj" fmla="val 83333"/>
            </a:avLst>
          </a:prstGeom>
          <a:solidFill>
            <a:srgbClr val="E8750A"/>
          </a:solidFill>
          <a:ln w="12700">
            <a:solidFill>
              <a:srgbClr val="E8750A"/>
            </a:solidFill>
            <a:prstDash val="solid"/>
          </a:ln>
        </p:spPr>
      </p:sp>
      <p:sp>
        <p:nvSpPr>
          <p:cNvPr id="97" name="Text 95"/>
          <p:cNvSpPr/>
          <p:nvPr/>
        </p:nvSpPr>
        <p:spPr>
          <a:xfrm>
            <a:off x="1069848" y="13213080"/>
            <a:ext cx="5318760" cy="502920"/>
          </a:xfrm>
          <a:prstGeom prst="rect">
            <a:avLst/>
          </a:prstGeom>
          <a:noFill/>
          <a:ln/>
        </p:spPr>
        <p:txBody>
          <a:bodyPr wrap="square" rtlCol="0" anchor="ctr"/>
          <a:lstStyle/>
          <a:p>
            <a:pPr indent="0" marL="0">
              <a:buNone/>
            </a:pPr>
            <a:r>
              <a:rPr lang="en-US" sz="850" b="1" dirty="0">
                <a:solidFill>
                  <a:srgbClr val="E8750A"/>
                </a:solidFill>
                <a:latin typeface="Noto Sans JP" pitchFamily="34" charset="0"/>
                <a:ea typeface="Noto Sans JP" pitchFamily="34" charset="-122"/>
                <a:cs typeface="Noto Sans JP" pitchFamily="34" charset="-120"/>
              </a:rPr>
              <a:t>留学者数の減少</a:t>
            </a:r>
            <a:endParaRPr lang="en-US" sz="850" dirty="0"/>
          </a:p>
        </p:txBody>
      </p:sp>
      <p:sp>
        <p:nvSpPr>
          <p:cNvPr id="98" name="Text 96"/>
          <p:cNvSpPr/>
          <p:nvPr/>
        </p:nvSpPr>
        <p:spPr>
          <a:xfrm>
            <a:off x="1069848" y="13761720"/>
            <a:ext cx="5318760" cy="1463040"/>
          </a:xfrm>
          <a:prstGeom prst="rect">
            <a:avLst/>
          </a:prstGeom>
          <a:noFill/>
          <a:ln/>
        </p:spPr>
        <p:txBody>
          <a:bodyPr wrap="square" rtlCol="0" anchor="t"/>
          <a:lstStyle/>
          <a:p>
            <a:pPr indent="0" marL="0">
              <a:buNone/>
            </a:pPr>
            <a:r>
              <a:rPr lang="en-US" sz="750" dirty="0">
                <a:solidFill>
                  <a:srgbClr val="555555"/>
                </a:solidFill>
                <a:latin typeface="Noto Sans JP" pitchFamily="34" charset="0"/>
                <a:ea typeface="Noto Sans JP" pitchFamily="34" charset="-122"/>
                <a:cs typeface="Noto Sans JP" pitchFamily="34" charset="-120"/>
              </a:rPr>
              <a:t>神戸大学における海外留学生の減少傾向が続いている。</a:t>
            </a:r>
            <a:endParaRPr lang="en-US" sz="750" dirty="0"/>
          </a:p>
        </p:txBody>
      </p:sp>
      <p:sp>
        <p:nvSpPr>
          <p:cNvPr id="99" name="Shape 97"/>
          <p:cNvSpPr/>
          <p:nvPr/>
        </p:nvSpPr>
        <p:spPr>
          <a:xfrm>
            <a:off x="1069848" y="15224760"/>
            <a:ext cx="1371600" cy="292608"/>
          </a:xfrm>
          <a:prstGeom prst="roundRect">
            <a:avLst>
              <a:gd name="adj" fmla="val 18750"/>
            </a:avLst>
          </a:prstGeom>
          <a:solidFill>
            <a:srgbClr val="FFFFFF"/>
          </a:solidFill>
          <a:ln w="8890">
            <a:solidFill>
              <a:srgbClr val="E8A820"/>
            </a:solidFill>
            <a:prstDash val="solid"/>
          </a:ln>
        </p:spPr>
      </p:sp>
      <p:sp>
        <p:nvSpPr>
          <p:cNvPr id="100" name="Text 98"/>
          <p:cNvSpPr/>
          <p:nvPr/>
        </p:nvSpPr>
        <p:spPr>
          <a:xfrm>
            <a:off x="1069848" y="15233904"/>
            <a:ext cx="1371600" cy="283464"/>
          </a:xfrm>
          <a:prstGeom prst="rect">
            <a:avLst/>
          </a:prstGeom>
          <a:noFill/>
          <a:ln/>
        </p:spPr>
        <p:txBody>
          <a:bodyPr wrap="square" rtlCol="0" anchor="ctr"/>
          <a:lstStyle/>
          <a:p>
            <a:pPr algn="ctr" indent="0" marL="0">
              <a:buNone/>
            </a:pPr>
            <a:r>
              <a:rPr lang="en-US" sz="600" b="1" dirty="0">
                <a:solidFill>
                  <a:srgbClr val="E8A820"/>
                </a:solidFill>
                <a:latin typeface="Noto Sans JP" pitchFamily="34" charset="0"/>
                <a:ea typeface="Noto Sans JP" pitchFamily="34" charset="-122"/>
                <a:cs typeface="Noto Sans JP" pitchFamily="34" charset="-120"/>
              </a:rPr>
              <a:t>→ 解決策</a:t>
            </a:r>
            <a:endParaRPr lang="en-US" sz="600" dirty="0"/>
          </a:p>
        </p:txBody>
      </p:sp>
      <p:sp>
        <p:nvSpPr>
          <p:cNvPr id="101" name="Text 99"/>
          <p:cNvSpPr/>
          <p:nvPr/>
        </p:nvSpPr>
        <p:spPr>
          <a:xfrm>
            <a:off x="1069848" y="15608808"/>
            <a:ext cx="5318760" cy="2103120"/>
          </a:xfrm>
          <a:prstGeom prst="rect">
            <a:avLst/>
          </a:prstGeom>
          <a:noFill/>
          <a:ln/>
        </p:spPr>
        <p:txBody>
          <a:bodyPr wrap="square" rtlCol="0" anchor="t"/>
          <a:lstStyle/>
          <a:p>
            <a:pPr indent="0" marL="0">
              <a:buNone/>
            </a:pPr>
            <a:r>
              <a:rPr lang="en-US" sz="750" dirty="0">
                <a:solidFill>
                  <a:srgbClr val="333333"/>
                </a:solidFill>
                <a:latin typeface="Noto Sans JP" pitchFamily="34" charset="0"/>
                <a:ea typeface="Noto Sans JP" pitchFamily="34" charset="-122"/>
                <a:cs typeface="Noto Sans JP" pitchFamily="34" charset="-120"/>
              </a:rPr>
              <a:t>「神大生の留学をもっと身近に」するための情報発信。学外の学生にも有益な情報を提供する。</a:t>
            </a:r>
            <a:endParaRPr lang="en-US" sz="750" dirty="0"/>
          </a:p>
        </p:txBody>
      </p:sp>
      <p:sp>
        <p:nvSpPr>
          <p:cNvPr id="102" name="Shape 100"/>
          <p:cNvSpPr/>
          <p:nvPr/>
        </p:nvSpPr>
        <p:spPr>
          <a:xfrm>
            <a:off x="6781800" y="12957048"/>
            <a:ext cx="5638800" cy="5029200"/>
          </a:xfrm>
          <a:prstGeom prst="roundRect">
            <a:avLst>
              <a:gd name="adj" fmla="val 4000"/>
            </a:avLst>
          </a:prstGeom>
          <a:solidFill>
            <a:srgbClr val="FFFFFF"/>
          </a:solidFill>
          <a:ln w="8890">
            <a:solidFill>
              <a:srgbClr val="DDD5C0"/>
            </a:solidFill>
            <a:prstDash val="solid"/>
          </a:ln>
        </p:spPr>
      </p:sp>
      <p:sp>
        <p:nvSpPr>
          <p:cNvPr id="103" name="Shape 101"/>
          <p:cNvSpPr/>
          <p:nvPr/>
        </p:nvSpPr>
        <p:spPr>
          <a:xfrm>
            <a:off x="6781800" y="12957048"/>
            <a:ext cx="5638800" cy="109728"/>
          </a:xfrm>
          <a:prstGeom prst="roundRect">
            <a:avLst>
              <a:gd name="adj" fmla="val 83333"/>
            </a:avLst>
          </a:prstGeom>
          <a:solidFill>
            <a:srgbClr val="2D9CB4"/>
          </a:solidFill>
          <a:ln w="12700">
            <a:solidFill>
              <a:srgbClr val="2D9CB4"/>
            </a:solidFill>
            <a:prstDash val="solid"/>
          </a:ln>
        </p:spPr>
      </p:sp>
      <p:sp>
        <p:nvSpPr>
          <p:cNvPr id="104" name="Text 102"/>
          <p:cNvSpPr/>
          <p:nvPr/>
        </p:nvSpPr>
        <p:spPr>
          <a:xfrm>
            <a:off x="6982968" y="13213080"/>
            <a:ext cx="5318760" cy="502920"/>
          </a:xfrm>
          <a:prstGeom prst="rect">
            <a:avLst/>
          </a:prstGeom>
          <a:noFill/>
          <a:ln/>
        </p:spPr>
        <p:txBody>
          <a:bodyPr wrap="square" rtlCol="0" anchor="ctr"/>
          <a:lstStyle/>
          <a:p>
            <a:pPr indent="0" marL="0">
              <a:buNone/>
            </a:pPr>
            <a:r>
              <a:rPr lang="en-US" sz="850" b="1" dirty="0">
                <a:solidFill>
                  <a:srgbClr val="2D9CB4"/>
                </a:solidFill>
                <a:latin typeface="Noto Sans JP" pitchFamily="34" charset="0"/>
                <a:ea typeface="Noto Sans JP" pitchFamily="34" charset="-122"/>
                <a:cs typeface="Noto Sans JP" pitchFamily="34" charset="-120"/>
              </a:rPr>
              <a:t>具体的情報の不足</a:t>
            </a:r>
            <a:endParaRPr lang="en-US" sz="850" dirty="0"/>
          </a:p>
        </p:txBody>
      </p:sp>
      <p:sp>
        <p:nvSpPr>
          <p:cNvPr id="105" name="Text 103"/>
          <p:cNvSpPr/>
          <p:nvPr/>
        </p:nvSpPr>
        <p:spPr>
          <a:xfrm>
            <a:off x="6982968" y="13761720"/>
            <a:ext cx="5318760" cy="1463040"/>
          </a:xfrm>
          <a:prstGeom prst="rect">
            <a:avLst/>
          </a:prstGeom>
          <a:noFill/>
          <a:ln/>
        </p:spPr>
        <p:txBody>
          <a:bodyPr wrap="square" rtlCol="0" anchor="t"/>
          <a:lstStyle/>
          <a:p>
            <a:pPr indent="0" marL="0">
              <a:buNone/>
            </a:pPr>
            <a:r>
              <a:rPr lang="en-US" sz="750" dirty="0">
                <a:solidFill>
                  <a:srgbClr val="555555"/>
                </a:solidFill>
                <a:latin typeface="Noto Sans JP" pitchFamily="34" charset="0"/>
                <a:ea typeface="Noto Sans JP" pitchFamily="34" charset="-122"/>
                <a:cs typeface="Noto Sans JP" pitchFamily="34" charset="-120"/>
              </a:rPr>
              <a:t>事前準備・現地生活・奨学金対策など、大学側の発信では具体性が不足している。</a:t>
            </a:r>
            <a:endParaRPr lang="en-US" sz="750" dirty="0"/>
          </a:p>
        </p:txBody>
      </p:sp>
      <p:sp>
        <p:nvSpPr>
          <p:cNvPr id="106" name="Shape 104"/>
          <p:cNvSpPr/>
          <p:nvPr/>
        </p:nvSpPr>
        <p:spPr>
          <a:xfrm>
            <a:off x="6982968" y="15224760"/>
            <a:ext cx="1371600" cy="292608"/>
          </a:xfrm>
          <a:prstGeom prst="roundRect">
            <a:avLst>
              <a:gd name="adj" fmla="val 18750"/>
            </a:avLst>
          </a:prstGeom>
          <a:solidFill>
            <a:srgbClr val="FFFFFF"/>
          </a:solidFill>
          <a:ln w="8890">
            <a:solidFill>
              <a:srgbClr val="E8A820"/>
            </a:solidFill>
            <a:prstDash val="solid"/>
          </a:ln>
        </p:spPr>
      </p:sp>
      <p:sp>
        <p:nvSpPr>
          <p:cNvPr id="107" name="Text 105"/>
          <p:cNvSpPr/>
          <p:nvPr/>
        </p:nvSpPr>
        <p:spPr>
          <a:xfrm>
            <a:off x="6982968" y="15233904"/>
            <a:ext cx="1371600" cy="283464"/>
          </a:xfrm>
          <a:prstGeom prst="rect">
            <a:avLst/>
          </a:prstGeom>
          <a:noFill/>
          <a:ln/>
        </p:spPr>
        <p:txBody>
          <a:bodyPr wrap="square" rtlCol="0" anchor="ctr"/>
          <a:lstStyle/>
          <a:p>
            <a:pPr algn="ctr" indent="0" marL="0">
              <a:buNone/>
            </a:pPr>
            <a:r>
              <a:rPr lang="en-US" sz="600" b="1" dirty="0">
                <a:solidFill>
                  <a:srgbClr val="E8A820"/>
                </a:solidFill>
                <a:latin typeface="Noto Sans JP" pitchFamily="34" charset="0"/>
                <a:ea typeface="Noto Sans JP" pitchFamily="34" charset="-122"/>
                <a:cs typeface="Noto Sans JP" pitchFamily="34" charset="-120"/>
              </a:rPr>
              <a:t>→ 解決策</a:t>
            </a:r>
            <a:endParaRPr lang="en-US" sz="600" dirty="0"/>
          </a:p>
        </p:txBody>
      </p:sp>
      <p:sp>
        <p:nvSpPr>
          <p:cNvPr id="108" name="Text 106"/>
          <p:cNvSpPr/>
          <p:nvPr/>
        </p:nvSpPr>
        <p:spPr>
          <a:xfrm>
            <a:off x="6982968" y="15608808"/>
            <a:ext cx="5318760" cy="2103120"/>
          </a:xfrm>
          <a:prstGeom prst="rect">
            <a:avLst/>
          </a:prstGeom>
          <a:noFill/>
          <a:ln/>
        </p:spPr>
        <p:txBody>
          <a:bodyPr wrap="square" rtlCol="0" anchor="t"/>
          <a:lstStyle/>
          <a:p>
            <a:pPr indent="0" marL="0">
              <a:buNone/>
            </a:pPr>
            <a:r>
              <a:rPr lang="en-US" sz="750" dirty="0">
                <a:solidFill>
                  <a:srgbClr val="333333"/>
                </a:solidFill>
                <a:latin typeface="Noto Sans JP" pitchFamily="34" charset="0"/>
                <a:ea typeface="Noto Sans JP" pitchFamily="34" charset="-122"/>
                <a:cs typeface="Noto Sans JP" pitchFamily="34" charset="-120"/>
              </a:rPr>
              <a:t>SNSを活用し具体的情報へのアクセス性を高め、情報格差を是正する。</a:t>
            </a:r>
            <a:endParaRPr lang="en-US" sz="750" dirty="0"/>
          </a:p>
        </p:txBody>
      </p:sp>
      <p:sp>
        <p:nvSpPr>
          <p:cNvPr id="109" name="Shape 107"/>
          <p:cNvSpPr/>
          <p:nvPr/>
        </p:nvSpPr>
        <p:spPr>
          <a:xfrm>
            <a:off x="12694920" y="12957048"/>
            <a:ext cx="5638800" cy="5029200"/>
          </a:xfrm>
          <a:prstGeom prst="roundRect">
            <a:avLst>
              <a:gd name="adj" fmla="val 4000"/>
            </a:avLst>
          </a:prstGeom>
          <a:solidFill>
            <a:srgbClr val="FFFFFF"/>
          </a:solidFill>
          <a:ln w="8890">
            <a:solidFill>
              <a:srgbClr val="DDD5C0"/>
            </a:solidFill>
            <a:prstDash val="solid"/>
          </a:ln>
        </p:spPr>
      </p:sp>
      <p:sp>
        <p:nvSpPr>
          <p:cNvPr id="110" name="Shape 108"/>
          <p:cNvSpPr/>
          <p:nvPr/>
        </p:nvSpPr>
        <p:spPr>
          <a:xfrm>
            <a:off x="12694920" y="12957048"/>
            <a:ext cx="5638800" cy="109728"/>
          </a:xfrm>
          <a:prstGeom prst="roundRect">
            <a:avLst>
              <a:gd name="adj" fmla="val 83333"/>
            </a:avLst>
          </a:prstGeom>
          <a:solidFill>
            <a:srgbClr val="6B5EA8"/>
          </a:solidFill>
          <a:ln w="12700">
            <a:solidFill>
              <a:srgbClr val="6B5EA8"/>
            </a:solidFill>
            <a:prstDash val="solid"/>
          </a:ln>
        </p:spPr>
      </p:sp>
      <p:sp>
        <p:nvSpPr>
          <p:cNvPr id="111" name="Text 109"/>
          <p:cNvSpPr/>
          <p:nvPr/>
        </p:nvSpPr>
        <p:spPr>
          <a:xfrm>
            <a:off x="12896088" y="13213080"/>
            <a:ext cx="5318760" cy="502920"/>
          </a:xfrm>
          <a:prstGeom prst="rect">
            <a:avLst/>
          </a:prstGeom>
          <a:noFill/>
          <a:ln/>
        </p:spPr>
        <p:txBody>
          <a:bodyPr wrap="square" rtlCol="0" anchor="ctr"/>
          <a:lstStyle/>
          <a:p>
            <a:pPr indent="0" marL="0">
              <a:buNone/>
            </a:pPr>
            <a:r>
              <a:rPr lang="en-US" sz="850" b="1" dirty="0">
                <a:solidFill>
                  <a:srgbClr val="6B5EA8"/>
                </a:solidFill>
                <a:latin typeface="Noto Sans JP" pitchFamily="34" charset="0"/>
                <a:ea typeface="Noto Sans JP" pitchFamily="34" charset="-122"/>
                <a:cs typeface="Noto Sans JP" pitchFamily="34" charset="-120"/>
              </a:rPr>
              <a:t>コミュニティの欠如</a:t>
            </a:r>
            <a:endParaRPr lang="en-US" sz="850" dirty="0"/>
          </a:p>
        </p:txBody>
      </p:sp>
      <p:sp>
        <p:nvSpPr>
          <p:cNvPr id="112" name="Text 110"/>
          <p:cNvSpPr/>
          <p:nvPr/>
        </p:nvSpPr>
        <p:spPr>
          <a:xfrm>
            <a:off x="12896088" y="13761720"/>
            <a:ext cx="5318760" cy="1463040"/>
          </a:xfrm>
          <a:prstGeom prst="rect">
            <a:avLst/>
          </a:prstGeom>
          <a:noFill/>
          <a:ln/>
        </p:spPr>
        <p:txBody>
          <a:bodyPr wrap="square" rtlCol="0" anchor="t"/>
          <a:lstStyle/>
          <a:p>
            <a:pPr indent="0" marL="0">
              <a:buNone/>
            </a:pPr>
            <a:r>
              <a:rPr lang="en-US" sz="750" dirty="0">
                <a:solidFill>
                  <a:srgbClr val="555555"/>
                </a:solidFill>
                <a:latin typeface="Noto Sans JP" pitchFamily="34" charset="0"/>
                <a:ea typeface="Noto Sans JP" pitchFamily="34" charset="-122"/>
                <a:cs typeface="Noto Sans JP" pitchFamily="34" charset="-120"/>
              </a:rPr>
              <a:t>留学する人はまだ少数派で、タテ・ヨコのつながりが不足している。</a:t>
            </a:r>
            <a:endParaRPr lang="en-US" sz="750" dirty="0"/>
          </a:p>
        </p:txBody>
      </p:sp>
      <p:sp>
        <p:nvSpPr>
          <p:cNvPr id="113" name="Shape 111"/>
          <p:cNvSpPr/>
          <p:nvPr/>
        </p:nvSpPr>
        <p:spPr>
          <a:xfrm>
            <a:off x="12896088" y="15224760"/>
            <a:ext cx="1371600" cy="292608"/>
          </a:xfrm>
          <a:prstGeom prst="roundRect">
            <a:avLst>
              <a:gd name="adj" fmla="val 18750"/>
            </a:avLst>
          </a:prstGeom>
          <a:solidFill>
            <a:srgbClr val="FFFFFF"/>
          </a:solidFill>
          <a:ln w="8890">
            <a:solidFill>
              <a:srgbClr val="E8A820"/>
            </a:solidFill>
            <a:prstDash val="solid"/>
          </a:ln>
        </p:spPr>
      </p:sp>
      <p:sp>
        <p:nvSpPr>
          <p:cNvPr id="114" name="Text 112"/>
          <p:cNvSpPr/>
          <p:nvPr/>
        </p:nvSpPr>
        <p:spPr>
          <a:xfrm>
            <a:off x="12896088" y="15233904"/>
            <a:ext cx="1371600" cy="283464"/>
          </a:xfrm>
          <a:prstGeom prst="rect">
            <a:avLst/>
          </a:prstGeom>
          <a:noFill/>
          <a:ln/>
        </p:spPr>
        <p:txBody>
          <a:bodyPr wrap="square" rtlCol="0" anchor="ctr"/>
          <a:lstStyle/>
          <a:p>
            <a:pPr algn="ctr" indent="0" marL="0">
              <a:buNone/>
            </a:pPr>
            <a:r>
              <a:rPr lang="en-US" sz="600" b="1" dirty="0">
                <a:solidFill>
                  <a:srgbClr val="E8A820"/>
                </a:solidFill>
                <a:latin typeface="Noto Sans JP" pitchFamily="34" charset="0"/>
                <a:ea typeface="Noto Sans JP" pitchFamily="34" charset="-122"/>
                <a:cs typeface="Noto Sans JP" pitchFamily="34" charset="-120"/>
              </a:rPr>
              <a:t>→ 解決策</a:t>
            </a:r>
            <a:endParaRPr lang="en-US" sz="600" dirty="0"/>
          </a:p>
        </p:txBody>
      </p:sp>
      <p:sp>
        <p:nvSpPr>
          <p:cNvPr id="115" name="Text 113"/>
          <p:cNvSpPr/>
          <p:nvPr/>
        </p:nvSpPr>
        <p:spPr>
          <a:xfrm>
            <a:off x="12896088" y="15608808"/>
            <a:ext cx="5318760" cy="2103120"/>
          </a:xfrm>
          <a:prstGeom prst="rect">
            <a:avLst/>
          </a:prstGeom>
          <a:noFill/>
          <a:ln/>
        </p:spPr>
        <p:txBody>
          <a:bodyPr wrap="square" rtlCol="0" anchor="t"/>
          <a:lstStyle/>
          <a:p>
            <a:pPr indent="0" marL="0">
              <a:buNone/>
            </a:pPr>
            <a:r>
              <a:rPr lang="en-US" sz="750" dirty="0">
                <a:solidFill>
                  <a:srgbClr val="333333"/>
                </a:solidFill>
                <a:latin typeface="Noto Sans JP" pitchFamily="34" charset="0"/>
                <a:ea typeface="Noto Sans JP" pitchFamily="34" charset="-122"/>
                <a:cs typeface="Noto Sans JP" pitchFamily="34" charset="-120"/>
              </a:rPr>
              <a:t>志望大学の先輩（タテ）と一緒に応募する同期（ヨコ）の繋がりを提供するコミュニティを運営する。</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9202400" cy="27157680"/>
          </a:xfrm>
          <a:prstGeom prst="rect">
            <a:avLst/>
          </a:prstGeom>
          <a:solidFill>
            <a:srgbClr val="F5EEE0"/>
          </a:solidFill>
          <a:ln w="12700">
            <a:solidFill>
              <a:srgbClr val="F5EEE0"/>
            </a:solidFill>
            <a:prstDash val="solid"/>
          </a:ln>
        </p:spPr>
      </p:sp>
      <p:sp>
        <p:nvSpPr>
          <p:cNvPr id="3" name="Shape 1"/>
          <p:cNvSpPr/>
          <p:nvPr/>
        </p:nvSpPr>
        <p:spPr>
          <a:xfrm>
            <a:off x="749808" y="0"/>
            <a:ext cx="27432" cy="27157680"/>
          </a:xfrm>
          <a:prstGeom prst="rect">
            <a:avLst/>
          </a:prstGeom>
          <a:solidFill>
            <a:srgbClr val="C8A85F">
              <a:alpha val="13000"/>
            </a:srgbClr>
          </a:solidFill>
          <a:ln w="12700">
            <a:solidFill>
              <a:srgbClr val="F5EEE0"/>
            </a:solidFill>
            <a:prstDash val="solid"/>
          </a:ln>
        </p:spPr>
      </p:sp>
      <p:sp>
        <p:nvSpPr>
          <p:cNvPr id="4" name="Shape 2"/>
          <p:cNvSpPr/>
          <p:nvPr/>
        </p:nvSpPr>
        <p:spPr>
          <a:xfrm>
            <a:off x="1527048" y="0"/>
            <a:ext cx="27432" cy="27157680"/>
          </a:xfrm>
          <a:prstGeom prst="rect">
            <a:avLst/>
          </a:prstGeom>
          <a:solidFill>
            <a:srgbClr val="C8A85F">
              <a:alpha val="13000"/>
            </a:srgbClr>
          </a:solidFill>
          <a:ln w="12700">
            <a:solidFill>
              <a:srgbClr val="F5EEE0"/>
            </a:solidFill>
            <a:prstDash val="solid"/>
          </a:ln>
        </p:spPr>
      </p:sp>
      <p:sp>
        <p:nvSpPr>
          <p:cNvPr id="5" name="Shape 3"/>
          <p:cNvSpPr/>
          <p:nvPr/>
        </p:nvSpPr>
        <p:spPr>
          <a:xfrm>
            <a:off x="2304288" y="0"/>
            <a:ext cx="27432" cy="27157680"/>
          </a:xfrm>
          <a:prstGeom prst="rect">
            <a:avLst/>
          </a:prstGeom>
          <a:solidFill>
            <a:srgbClr val="C8A85F">
              <a:alpha val="13000"/>
            </a:srgbClr>
          </a:solidFill>
          <a:ln w="12700">
            <a:solidFill>
              <a:srgbClr val="F5EEE0"/>
            </a:solidFill>
            <a:prstDash val="solid"/>
          </a:ln>
        </p:spPr>
      </p:sp>
      <p:sp>
        <p:nvSpPr>
          <p:cNvPr id="6" name="Shape 4"/>
          <p:cNvSpPr/>
          <p:nvPr/>
        </p:nvSpPr>
        <p:spPr>
          <a:xfrm>
            <a:off x="3081528" y="0"/>
            <a:ext cx="27432" cy="27157680"/>
          </a:xfrm>
          <a:prstGeom prst="rect">
            <a:avLst/>
          </a:prstGeom>
          <a:solidFill>
            <a:srgbClr val="C8A85F">
              <a:alpha val="13000"/>
            </a:srgbClr>
          </a:solidFill>
          <a:ln w="12700">
            <a:solidFill>
              <a:srgbClr val="F5EEE0"/>
            </a:solidFill>
            <a:prstDash val="solid"/>
          </a:ln>
        </p:spPr>
      </p:sp>
      <p:sp>
        <p:nvSpPr>
          <p:cNvPr id="7" name="Shape 5"/>
          <p:cNvSpPr/>
          <p:nvPr/>
        </p:nvSpPr>
        <p:spPr>
          <a:xfrm>
            <a:off x="3858768" y="0"/>
            <a:ext cx="27432" cy="27157680"/>
          </a:xfrm>
          <a:prstGeom prst="rect">
            <a:avLst/>
          </a:prstGeom>
          <a:solidFill>
            <a:srgbClr val="C8A85F">
              <a:alpha val="13000"/>
            </a:srgbClr>
          </a:solidFill>
          <a:ln w="12700">
            <a:solidFill>
              <a:srgbClr val="F5EEE0"/>
            </a:solidFill>
            <a:prstDash val="solid"/>
          </a:ln>
        </p:spPr>
      </p:sp>
      <p:sp>
        <p:nvSpPr>
          <p:cNvPr id="8" name="Shape 6"/>
          <p:cNvSpPr/>
          <p:nvPr/>
        </p:nvSpPr>
        <p:spPr>
          <a:xfrm>
            <a:off x="4636008" y="0"/>
            <a:ext cx="27432" cy="27157680"/>
          </a:xfrm>
          <a:prstGeom prst="rect">
            <a:avLst/>
          </a:prstGeom>
          <a:solidFill>
            <a:srgbClr val="C8A85F">
              <a:alpha val="13000"/>
            </a:srgbClr>
          </a:solidFill>
          <a:ln w="12700">
            <a:solidFill>
              <a:srgbClr val="F5EEE0"/>
            </a:solidFill>
            <a:prstDash val="solid"/>
          </a:ln>
        </p:spPr>
      </p:sp>
      <p:sp>
        <p:nvSpPr>
          <p:cNvPr id="9" name="Shape 7"/>
          <p:cNvSpPr/>
          <p:nvPr/>
        </p:nvSpPr>
        <p:spPr>
          <a:xfrm>
            <a:off x="5413248" y="0"/>
            <a:ext cx="27432" cy="27157680"/>
          </a:xfrm>
          <a:prstGeom prst="rect">
            <a:avLst/>
          </a:prstGeom>
          <a:solidFill>
            <a:srgbClr val="C8A85F">
              <a:alpha val="13000"/>
            </a:srgbClr>
          </a:solidFill>
          <a:ln w="12700">
            <a:solidFill>
              <a:srgbClr val="F5EEE0"/>
            </a:solidFill>
            <a:prstDash val="solid"/>
          </a:ln>
        </p:spPr>
      </p:sp>
      <p:sp>
        <p:nvSpPr>
          <p:cNvPr id="10" name="Shape 8"/>
          <p:cNvSpPr/>
          <p:nvPr/>
        </p:nvSpPr>
        <p:spPr>
          <a:xfrm>
            <a:off x="6190488" y="0"/>
            <a:ext cx="27432" cy="27157680"/>
          </a:xfrm>
          <a:prstGeom prst="rect">
            <a:avLst/>
          </a:prstGeom>
          <a:solidFill>
            <a:srgbClr val="C8A85F">
              <a:alpha val="13000"/>
            </a:srgbClr>
          </a:solidFill>
          <a:ln w="12700">
            <a:solidFill>
              <a:srgbClr val="F5EEE0"/>
            </a:solidFill>
            <a:prstDash val="solid"/>
          </a:ln>
        </p:spPr>
      </p:sp>
      <p:sp>
        <p:nvSpPr>
          <p:cNvPr id="11" name="Shape 9"/>
          <p:cNvSpPr/>
          <p:nvPr/>
        </p:nvSpPr>
        <p:spPr>
          <a:xfrm>
            <a:off x="6967728" y="0"/>
            <a:ext cx="27432" cy="27157680"/>
          </a:xfrm>
          <a:prstGeom prst="rect">
            <a:avLst/>
          </a:prstGeom>
          <a:solidFill>
            <a:srgbClr val="C8A85F">
              <a:alpha val="13000"/>
            </a:srgbClr>
          </a:solidFill>
          <a:ln w="12700">
            <a:solidFill>
              <a:srgbClr val="F5EEE0"/>
            </a:solidFill>
            <a:prstDash val="solid"/>
          </a:ln>
        </p:spPr>
      </p:sp>
      <p:sp>
        <p:nvSpPr>
          <p:cNvPr id="12" name="Shape 10"/>
          <p:cNvSpPr/>
          <p:nvPr/>
        </p:nvSpPr>
        <p:spPr>
          <a:xfrm>
            <a:off x="7744968" y="0"/>
            <a:ext cx="27432" cy="27157680"/>
          </a:xfrm>
          <a:prstGeom prst="rect">
            <a:avLst/>
          </a:prstGeom>
          <a:solidFill>
            <a:srgbClr val="C8A85F">
              <a:alpha val="13000"/>
            </a:srgbClr>
          </a:solidFill>
          <a:ln w="12700">
            <a:solidFill>
              <a:srgbClr val="F5EEE0"/>
            </a:solidFill>
            <a:prstDash val="solid"/>
          </a:ln>
        </p:spPr>
      </p:sp>
      <p:sp>
        <p:nvSpPr>
          <p:cNvPr id="13" name="Shape 11"/>
          <p:cNvSpPr/>
          <p:nvPr/>
        </p:nvSpPr>
        <p:spPr>
          <a:xfrm>
            <a:off x="8522208" y="0"/>
            <a:ext cx="27432" cy="27157680"/>
          </a:xfrm>
          <a:prstGeom prst="rect">
            <a:avLst/>
          </a:prstGeom>
          <a:solidFill>
            <a:srgbClr val="C8A85F">
              <a:alpha val="13000"/>
            </a:srgbClr>
          </a:solidFill>
          <a:ln w="12700">
            <a:solidFill>
              <a:srgbClr val="F5EEE0"/>
            </a:solidFill>
            <a:prstDash val="solid"/>
          </a:ln>
        </p:spPr>
      </p:sp>
      <p:sp>
        <p:nvSpPr>
          <p:cNvPr id="14" name="Shape 12"/>
          <p:cNvSpPr/>
          <p:nvPr/>
        </p:nvSpPr>
        <p:spPr>
          <a:xfrm>
            <a:off x="9299448" y="0"/>
            <a:ext cx="27432" cy="27157680"/>
          </a:xfrm>
          <a:prstGeom prst="rect">
            <a:avLst/>
          </a:prstGeom>
          <a:solidFill>
            <a:srgbClr val="C8A85F">
              <a:alpha val="13000"/>
            </a:srgbClr>
          </a:solidFill>
          <a:ln w="12700">
            <a:solidFill>
              <a:srgbClr val="F5EEE0"/>
            </a:solidFill>
            <a:prstDash val="solid"/>
          </a:ln>
        </p:spPr>
      </p:sp>
      <p:sp>
        <p:nvSpPr>
          <p:cNvPr id="15" name="Shape 13"/>
          <p:cNvSpPr/>
          <p:nvPr/>
        </p:nvSpPr>
        <p:spPr>
          <a:xfrm>
            <a:off x="10076688" y="0"/>
            <a:ext cx="27432" cy="27157680"/>
          </a:xfrm>
          <a:prstGeom prst="rect">
            <a:avLst/>
          </a:prstGeom>
          <a:solidFill>
            <a:srgbClr val="C8A85F">
              <a:alpha val="13000"/>
            </a:srgbClr>
          </a:solidFill>
          <a:ln w="12700">
            <a:solidFill>
              <a:srgbClr val="F5EEE0"/>
            </a:solidFill>
            <a:prstDash val="solid"/>
          </a:ln>
        </p:spPr>
      </p:sp>
      <p:sp>
        <p:nvSpPr>
          <p:cNvPr id="16" name="Shape 14"/>
          <p:cNvSpPr/>
          <p:nvPr/>
        </p:nvSpPr>
        <p:spPr>
          <a:xfrm>
            <a:off x="10853928" y="0"/>
            <a:ext cx="27432" cy="27157680"/>
          </a:xfrm>
          <a:prstGeom prst="rect">
            <a:avLst/>
          </a:prstGeom>
          <a:solidFill>
            <a:srgbClr val="C8A85F">
              <a:alpha val="13000"/>
            </a:srgbClr>
          </a:solidFill>
          <a:ln w="12700">
            <a:solidFill>
              <a:srgbClr val="F5EEE0"/>
            </a:solidFill>
            <a:prstDash val="solid"/>
          </a:ln>
        </p:spPr>
      </p:sp>
      <p:sp>
        <p:nvSpPr>
          <p:cNvPr id="17" name="Shape 15"/>
          <p:cNvSpPr/>
          <p:nvPr/>
        </p:nvSpPr>
        <p:spPr>
          <a:xfrm>
            <a:off x="11631168" y="0"/>
            <a:ext cx="27432" cy="27157680"/>
          </a:xfrm>
          <a:prstGeom prst="rect">
            <a:avLst/>
          </a:prstGeom>
          <a:solidFill>
            <a:srgbClr val="C8A85F">
              <a:alpha val="13000"/>
            </a:srgbClr>
          </a:solidFill>
          <a:ln w="12700">
            <a:solidFill>
              <a:srgbClr val="F5EEE0"/>
            </a:solidFill>
            <a:prstDash val="solid"/>
          </a:ln>
        </p:spPr>
      </p:sp>
      <p:sp>
        <p:nvSpPr>
          <p:cNvPr id="18" name="Shape 16"/>
          <p:cNvSpPr/>
          <p:nvPr/>
        </p:nvSpPr>
        <p:spPr>
          <a:xfrm>
            <a:off x="12408408" y="0"/>
            <a:ext cx="27432" cy="27157680"/>
          </a:xfrm>
          <a:prstGeom prst="rect">
            <a:avLst/>
          </a:prstGeom>
          <a:solidFill>
            <a:srgbClr val="C8A85F">
              <a:alpha val="13000"/>
            </a:srgbClr>
          </a:solidFill>
          <a:ln w="12700">
            <a:solidFill>
              <a:srgbClr val="F5EEE0"/>
            </a:solidFill>
            <a:prstDash val="solid"/>
          </a:ln>
        </p:spPr>
      </p:sp>
      <p:sp>
        <p:nvSpPr>
          <p:cNvPr id="19" name="Shape 17"/>
          <p:cNvSpPr/>
          <p:nvPr/>
        </p:nvSpPr>
        <p:spPr>
          <a:xfrm>
            <a:off x="13185648" y="0"/>
            <a:ext cx="27432" cy="27157680"/>
          </a:xfrm>
          <a:prstGeom prst="rect">
            <a:avLst/>
          </a:prstGeom>
          <a:solidFill>
            <a:srgbClr val="C8A85F">
              <a:alpha val="13000"/>
            </a:srgbClr>
          </a:solidFill>
          <a:ln w="12700">
            <a:solidFill>
              <a:srgbClr val="F5EEE0"/>
            </a:solidFill>
            <a:prstDash val="solid"/>
          </a:ln>
        </p:spPr>
      </p:sp>
      <p:sp>
        <p:nvSpPr>
          <p:cNvPr id="20" name="Shape 18"/>
          <p:cNvSpPr/>
          <p:nvPr/>
        </p:nvSpPr>
        <p:spPr>
          <a:xfrm>
            <a:off x="13962888" y="0"/>
            <a:ext cx="27432" cy="27157680"/>
          </a:xfrm>
          <a:prstGeom prst="rect">
            <a:avLst/>
          </a:prstGeom>
          <a:solidFill>
            <a:srgbClr val="C8A85F">
              <a:alpha val="13000"/>
            </a:srgbClr>
          </a:solidFill>
          <a:ln w="12700">
            <a:solidFill>
              <a:srgbClr val="F5EEE0"/>
            </a:solidFill>
            <a:prstDash val="solid"/>
          </a:ln>
        </p:spPr>
      </p:sp>
      <p:sp>
        <p:nvSpPr>
          <p:cNvPr id="21" name="Shape 19"/>
          <p:cNvSpPr/>
          <p:nvPr/>
        </p:nvSpPr>
        <p:spPr>
          <a:xfrm>
            <a:off x="14740128" y="0"/>
            <a:ext cx="27432" cy="27157680"/>
          </a:xfrm>
          <a:prstGeom prst="rect">
            <a:avLst/>
          </a:prstGeom>
          <a:solidFill>
            <a:srgbClr val="C8A85F">
              <a:alpha val="13000"/>
            </a:srgbClr>
          </a:solidFill>
          <a:ln w="12700">
            <a:solidFill>
              <a:srgbClr val="F5EEE0"/>
            </a:solidFill>
            <a:prstDash val="solid"/>
          </a:ln>
        </p:spPr>
      </p:sp>
      <p:sp>
        <p:nvSpPr>
          <p:cNvPr id="22" name="Shape 20"/>
          <p:cNvSpPr/>
          <p:nvPr/>
        </p:nvSpPr>
        <p:spPr>
          <a:xfrm>
            <a:off x="15517368" y="0"/>
            <a:ext cx="27432" cy="27157680"/>
          </a:xfrm>
          <a:prstGeom prst="rect">
            <a:avLst/>
          </a:prstGeom>
          <a:solidFill>
            <a:srgbClr val="C8A85F">
              <a:alpha val="13000"/>
            </a:srgbClr>
          </a:solidFill>
          <a:ln w="12700">
            <a:solidFill>
              <a:srgbClr val="F5EEE0"/>
            </a:solidFill>
            <a:prstDash val="solid"/>
          </a:ln>
        </p:spPr>
      </p:sp>
      <p:sp>
        <p:nvSpPr>
          <p:cNvPr id="23" name="Shape 21"/>
          <p:cNvSpPr/>
          <p:nvPr/>
        </p:nvSpPr>
        <p:spPr>
          <a:xfrm>
            <a:off x="16294608" y="0"/>
            <a:ext cx="27432" cy="27157680"/>
          </a:xfrm>
          <a:prstGeom prst="rect">
            <a:avLst/>
          </a:prstGeom>
          <a:solidFill>
            <a:srgbClr val="C8A85F">
              <a:alpha val="13000"/>
            </a:srgbClr>
          </a:solidFill>
          <a:ln w="12700">
            <a:solidFill>
              <a:srgbClr val="F5EEE0"/>
            </a:solidFill>
            <a:prstDash val="solid"/>
          </a:ln>
        </p:spPr>
      </p:sp>
      <p:sp>
        <p:nvSpPr>
          <p:cNvPr id="24" name="Shape 22"/>
          <p:cNvSpPr/>
          <p:nvPr/>
        </p:nvSpPr>
        <p:spPr>
          <a:xfrm>
            <a:off x="17071848" y="0"/>
            <a:ext cx="27432" cy="27157680"/>
          </a:xfrm>
          <a:prstGeom prst="rect">
            <a:avLst/>
          </a:prstGeom>
          <a:solidFill>
            <a:srgbClr val="C8A85F">
              <a:alpha val="13000"/>
            </a:srgbClr>
          </a:solidFill>
          <a:ln w="12700">
            <a:solidFill>
              <a:srgbClr val="F5EEE0"/>
            </a:solidFill>
            <a:prstDash val="solid"/>
          </a:ln>
        </p:spPr>
      </p:sp>
      <p:sp>
        <p:nvSpPr>
          <p:cNvPr id="25" name="Shape 23"/>
          <p:cNvSpPr/>
          <p:nvPr/>
        </p:nvSpPr>
        <p:spPr>
          <a:xfrm>
            <a:off x="17849088" y="0"/>
            <a:ext cx="27432" cy="27157680"/>
          </a:xfrm>
          <a:prstGeom prst="rect">
            <a:avLst/>
          </a:prstGeom>
          <a:solidFill>
            <a:srgbClr val="C8A85F">
              <a:alpha val="13000"/>
            </a:srgbClr>
          </a:solidFill>
          <a:ln w="12700">
            <a:solidFill>
              <a:srgbClr val="F5EEE0"/>
            </a:solidFill>
            <a:prstDash val="solid"/>
          </a:ln>
        </p:spPr>
      </p:sp>
      <p:sp>
        <p:nvSpPr>
          <p:cNvPr id="26" name="Shape 24"/>
          <p:cNvSpPr/>
          <p:nvPr/>
        </p:nvSpPr>
        <p:spPr>
          <a:xfrm>
            <a:off x="18626328" y="0"/>
            <a:ext cx="27432" cy="27157680"/>
          </a:xfrm>
          <a:prstGeom prst="rect">
            <a:avLst/>
          </a:prstGeom>
          <a:solidFill>
            <a:srgbClr val="C8A85F">
              <a:alpha val="13000"/>
            </a:srgbClr>
          </a:solidFill>
          <a:ln w="12700">
            <a:solidFill>
              <a:srgbClr val="F5EEE0"/>
            </a:solidFill>
            <a:prstDash val="solid"/>
          </a:ln>
        </p:spPr>
      </p:sp>
      <p:sp>
        <p:nvSpPr>
          <p:cNvPr id="27" name="Shape 25"/>
          <p:cNvSpPr/>
          <p:nvPr/>
        </p:nvSpPr>
        <p:spPr>
          <a:xfrm>
            <a:off x="19403568" y="0"/>
            <a:ext cx="27432" cy="27157680"/>
          </a:xfrm>
          <a:prstGeom prst="rect">
            <a:avLst/>
          </a:prstGeom>
          <a:solidFill>
            <a:srgbClr val="C8A85F">
              <a:alpha val="13000"/>
            </a:srgbClr>
          </a:solidFill>
          <a:ln w="12700">
            <a:solidFill>
              <a:srgbClr val="F5EEE0"/>
            </a:solidFill>
            <a:prstDash val="solid"/>
          </a:ln>
        </p:spPr>
      </p:sp>
      <p:sp>
        <p:nvSpPr>
          <p:cNvPr id="28" name="Shape 26"/>
          <p:cNvSpPr/>
          <p:nvPr/>
        </p:nvSpPr>
        <p:spPr>
          <a:xfrm>
            <a:off x="0" y="0"/>
            <a:ext cx="19202400" cy="3200400"/>
          </a:xfrm>
          <a:prstGeom prst="rect">
            <a:avLst/>
          </a:prstGeom>
          <a:ln w="12700">
            <a:solidFill>
              <a:srgbClr val="1B2C4E"/>
            </a:solidFill>
            <a:prstDash val="solid"/>
          </a:ln>
        </p:spPr>
      </p:sp>
      <p:sp>
        <p:nvSpPr>
          <p:cNvPr id="29" name="Shape 27"/>
          <p:cNvSpPr/>
          <p:nvPr/>
        </p:nvSpPr>
        <p:spPr>
          <a:xfrm>
            <a:off x="704088" y="0"/>
            <a:ext cx="27432" cy="3200400"/>
          </a:xfrm>
          <a:prstGeom prst="rect">
            <a:avLst/>
          </a:prstGeom>
          <a:solidFill>
            <a:srgbClr val="FFFFFF">
              <a:alpha val="4000"/>
            </a:srgbClr>
          </a:solidFill>
          <a:ln w="12700">
            <a:solidFill>
              <a:srgbClr val="1B2C4E"/>
            </a:solidFill>
            <a:prstDash val="solid"/>
          </a:ln>
        </p:spPr>
      </p:sp>
      <p:sp>
        <p:nvSpPr>
          <p:cNvPr id="30" name="Shape 28"/>
          <p:cNvSpPr/>
          <p:nvPr/>
        </p:nvSpPr>
        <p:spPr>
          <a:xfrm>
            <a:off x="1435608" y="0"/>
            <a:ext cx="27432" cy="3200400"/>
          </a:xfrm>
          <a:prstGeom prst="rect">
            <a:avLst/>
          </a:prstGeom>
          <a:solidFill>
            <a:srgbClr val="FFFFFF">
              <a:alpha val="4000"/>
            </a:srgbClr>
          </a:solidFill>
          <a:ln w="12700">
            <a:solidFill>
              <a:srgbClr val="1B2C4E"/>
            </a:solidFill>
            <a:prstDash val="solid"/>
          </a:ln>
        </p:spPr>
      </p:sp>
      <p:sp>
        <p:nvSpPr>
          <p:cNvPr id="31" name="Shape 29"/>
          <p:cNvSpPr/>
          <p:nvPr/>
        </p:nvSpPr>
        <p:spPr>
          <a:xfrm>
            <a:off x="2167128" y="0"/>
            <a:ext cx="27432" cy="3200400"/>
          </a:xfrm>
          <a:prstGeom prst="rect">
            <a:avLst/>
          </a:prstGeom>
          <a:solidFill>
            <a:srgbClr val="FFFFFF">
              <a:alpha val="4000"/>
            </a:srgbClr>
          </a:solidFill>
          <a:ln w="12700">
            <a:solidFill>
              <a:srgbClr val="1B2C4E"/>
            </a:solidFill>
            <a:prstDash val="solid"/>
          </a:ln>
        </p:spPr>
      </p:sp>
      <p:sp>
        <p:nvSpPr>
          <p:cNvPr id="32" name="Shape 30"/>
          <p:cNvSpPr/>
          <p:nvPr/>
        </p:nvSpPr>
        <p:spPr>
          <a:xfrm>
            <a:off x="2898648" y="0"/>
            <a:ext cx="27432" cy="3200400"/>
          </a:xfrm>
          <a:prstGeom prst="rect">
            <a:avLst/>
          </a:prstGeom>
          <a:solidFill>
            <a:srgbClr val="FFFFFF">
              <a:alpha val="4000"/>
            </a:srgbClr>
          </a:solidFill>
          <a:ln w="12700">
            <a:solidFill>
              <a:srgbClr val="1B2C4E"/>
            </a:solidFill>
            <a:prstDash val="solid"/>
          </a:ln>
        </p:spPr>
      </p:sp>
      <p:sp>
        <p:nvSpPr>
          <p:cNvPr id="33" name="Shape 31"/>
          <p:cNvSpPr/>
          <p:nvPr/>
        </p:nvSpPr>
        <p:spPr>
          <a:xfrm>
            <a:off x="3630168" y="0"/>
            <a:ext cx="27432" cy="3200400"/>
          </a:xfrm>
          <a:prstGeom prst="rect">
            <a:avLst/>
          </a:prstGeom>
          <a:solidFill>
            <a:srgbClr val="FFFFFF">
              <a:alpha val="4000"/>
            </a:srgbClr>
          </a:solidFill>
          <a:ln w="12700">
            <a:solidFill>
              <a:srgbClr val="1B2C4E"/>
            </a:solidFill>
            <a:prstDash val="solid"/>
          </a:ln>
        </p:spPr>
      </p:sp>
      <p:sp>
        <p:nvSpPr>
          <p:cNvPr id="34" name="Shape 32"/>
          <p:cNvSpPr/>
          <p:nvPr/>
        </p:nvSpPr>
        <p:spPr>
          <a:xfrm>
            <a:off x="4361688" y="0"/>
            <a:ext cx="27432" cy="3200400"/>
          </a:xfrm>
          <a:prstGeom prst="rect">
            <a:avLst/>
          </a:prstGeom>
          <a:solidFill>
            <a:srgbClr val="FFFFFF">
              <a:alpha val="4000"/>
            </a:srgbClr>
          </a:solidFill>
          <a:ln w="12700">
            <a:solidFill>
              <a:srgbClr val="1B2C4E"/>
            </a:solidFill>
            <a:prstDash val="solid"/>
          </a:ln>
        </p:spPr>
      </p:sp>
      <p:sp>
        <p:nvSpPr>
          <p:cNvPr id="35" name="Shape 33"/>
          <p:cNvSpPr/>
          <p:nvPr/>
        </p:nvSpPr>
        <p:spPr>
          <a:xfrm>
            <a:off x="5093208" y="0"/>
            <a:ext cx="27432" cy="3200400"/>
          </a:xfrm>
          <a:prstGeom prst="rect">
            <a:avLst/>
          </a:prstGeom>
          <a:solidFill>
            <a:srgbClr val="FFFFFF">
              <a:alpha val="4000"/>
            </a:srgbClr>
          </a:solidFill>
          <a:ln w="12700">
            <a:solidFill>
              <a:srgbClr val="1B2C4E"/>
            </a:solidFill>
            <a:prstDash val="solid"/>
          </a:ln>
        </p:spPr>
      </p:sp>
      <p:sp>
        <p:nvSpPr>
          <p:cNvPr id="36" name="Shape 34"/>
          <p:cNvSpPr/>
          <p:nvPr/>
        </p:nvSpPr>
        <p:spPr>
          <a:xfrm>
            <a:off x="5824728" y="0"/>
            <a:ext cx="27432" cy="3200400"/>
          </a:xfrm>
          <a:prstGeom prst="rect">
            <a:avLst/>
          </a:prstGeom>
          <a:solidFill>
            <a:srgbClr val="FFFFFF">
              <a:alpha val="4000"/>
            </a:srgbClr>
          </a:solidFill>
          <a:ln w="12700">
            <a:solidFill>
              <a:srgbClr val="1B2C4E"/>
            </a:solidFill>
            <a:prstDash val="solid"/>
          </a:ln>
        </p:spPr>
      </p:sp>
      <p:sp>
        <p:nvSpPr>
          <p:cNvPr id="37" name="Shape 35"/>
          <p:cNvSpPr/>
          <p:nvPr/>
        </p:nvSpPr>
        <p:spPr>
          <a:xfrm>
            <a:off x="6556248" y="0"/>
            <a:ext cx="27432" cy="3200400"/>
          </a:xfrm>
          <a:prstGeom prst="rect">
            <a:avLst/>
          </a:prstGeom>
          <a:solidFill>
            <a:srgbClr val="FFFFFF">
              <a:alpha val="4000"/>
            </a:srgbClr>
          </a:solidFill>
          <a:ln w="12700">
            <a:solidFill>
              <a:srgbClr val="1B2C4E"/>
            </a:solidFill>
            <a:prstDash val="solid"/>
          </a:ln>
        </p:spPr>
      </p:sp>
      <p:sp>
        <p:nvSpPr>
          <p:cNvPr id="38" name="Shape 36"/>
          <p:cNvSpPr/>
          <p:nvPr/>
        </p:nvSpPr>
        <p:spPr>
          <a:xfrm>
            <a:off x="7287768" y="0"/>
            <a:ext cx="27432" cy="3200400"/>
          </a:xfrm>
          <a:prstGeom prst="rect">
            <a:avLst/>
          </a:prstGeom>
          <a:solidFill>
            <a:srgbClr val="FFFFFF">
              <a:alpha val="4000"/>
            </a:srgbClr>
          </a:solidFill>
          <a:ln w="12700">
            <a:solidFill>
              <a:srgbClr val="1B2C4E"/>
            </a:solidFill>
            <a:prstDash val="solid"/>
          </a:ln>
        </p:spPr>
      </p:sp>
      <p:sp>
        <p:nvSpPr>
          <p:cNvPr id="39" name="Shape 37"/>
          <p:cNvSpPr/>
          <p:nvPr/>
        </p:nvSpPr>
        <p:spPr>
          <a:xfrm>
            <a:off x="8019288" y="0"/>
            <a:ext cx="27432" cy="3200400"/>
          </a:xfrm>
          <a:prstGeom prst="rect">
            <a:avLst/>
          </a:prstGeom>
          <a:solidFill>
            <a:srgbClr val="FFFFFF">
              <a:alpha val="4000"/>
            </a:srgbClr>
          </a:solidFill>
          <a:ln w="12700">
            <a:solidFill>
              <a:srgbClr val="1B2C4E"/>
            </a:solidFill>
            <a:prstDash val="solid"/>
          </a:ln>
        </p:spPr>
      </p:sp>
      <p:sp>
        <p:nvSpPr>
          <p:cNvPr id="40" name="Shape 38"/>
          <p:cNvSpPr/>
          <p:nvPr/>
        </p:nvSpPr>
        <p:spPr>
          <a:xfrm>
            <a:off x="8750808" y="0"/>
            <a:ext cx="27432" cy="3200400"/>
          </a:xfrm>
          <a:prstGeom prst="rect">
            <a:avLst/>
          </a:prstGeom>
          <a:solidFill>
            <a:srgbClr val="FFFFFF">
              <a:alpha val="4000"/>
            </a:srgbClr>
          </a:solidFill>
          <a:ln w="12700">
            <a:solidFill>
              <a:srgbClr val="1B2C4E"/>
            </a:solidFill>
            <a:prstDash val="solid"/>
          </a:ln>
        </p:spPr>
      </p:sp>
      <p:sp>
        <p:nvSpPr>
          <p:cNvPr id="41" name="Shape 39"/>
          <p:cNvSpPr/>
          <p:nvPr/>
        </p:nvSpPr>
        <p:spPr>
          <a:xfrm>
            <a:off x="9482328" y="0"/>
            <a:ext cx="27432" cy="3200400"/>
          </a:xfrm>
          <a:prstGeom prst="rect">
            <a:avLst/>
          </a:prstGeom>
          <a:solidFill>
            <a:srgbClr val="FFFFFF">
              <a:alpha val="4000"/>
            </a:srgbClr>
          </a:solidFill>
          <a:ln w="12700">
            <a:solidFill>
              <a:srgbClr val="1B2C4E"/>
            </a:solidFill>
            <a:prstDash val="solid"/>
          </a:ln>
        </p:spPr>
      </p:sp>
      <p:sp>
        <p:nvSpPr>
          <p:cNvPr id="42" name="Shape 40"/>
          <p:cNvSpPr/>
          <p:nvPr/>
        </p:nvSpPr>
        <p:spPr>
          <a:xfrm>
            <a:off x="10213848" y="0"/>
            <a:ext cx="27432" cy="3200400"/>
          </a:xfrm>
          <a:prstGeom prst="rect">
            <a:avLst/>
          </a:prstGeom>
          <a:solidFill>
            <a:srgbClr val="FFFFFF">
              <a:alpha val="4000"/>
            </a:srgbClr>
          </a:solidFill>
          <a:ln w="12700">
            <a:solidFill>
              <a:srgbClr val="1B2C4E"/>
            </a:solidFill>
            <a:prstDash val="solid"/>
          </a:ln>
        </p:spPr>
      </p:sp>
      <p:sp>
        <p:nvSpPr>
          <p:cNvPr id="43" name="Shape 41"/>
          <p:cNvSpPr/>
          <p:nvPr/>
        </p:nvSpPr>
        <p:spPr>
          <a:xfrm>
            <a:off x="10945368" y="0"/>
            <a:ext cx="27432" cy="3200400"/>
          </a:xfrm>
          <a:prstGeom prst="rect">
            <a:avLst/>
          </a:prstGeom>
          <a:solidFill>
            <a:srgbClr val="FFFFFF">
              <a:alpha val="4000"/>
            </a:srgbClr>
          </a:solidFill>
          <a:ln w="12700">
            <a:solidFill>
              <a:srgbClr val="1B2C4E"/>
            </a:solidFill>
            <a:prstDash val="solid"/>
          </a:ln>
        </p:spPr>
      </p:sp>
      <p:sp>
        <p:nvSpPr>
          <p:cNvPr id="44" name="Shape 42"/>
          <p:cNvSpPr/>
          <p:nvPr/>
        </p:nvSpPr>
        <p:spPr>
          <a:xfrm>
            <a:off x="11676888" y="0"/>
            <a:ext cx="27432" cy="3200400"/>
          </a:xfrm>
          <a:prstGeom prst="rect">
            <a:avLst/>
          </a:prstGeom>
          <a:solidFill>
            <a:srgbClr val="FFFFFF">
              <a:alpha val="4000"/>
            </a:srgbClr>
          </a:solidFill>
          <a:ln w="12700">
            <a:solidFill>
              <a:srgbClr val="1B2C4E"/>
            </a:solidFill>
            <a:prstDash val="solid"/>
          </a:ln>
        </p:spPr>
      </p:sp>
      <p:sp>
        <p:nvSpPr>
          <p:cNvPr id="45" name="Shape 43"/>
          <p:cNvSpPr/>
          <p:nvPr/>
        </p:nvSpPr>
        <p:spPr>
          <a:xfrm>
            <a:off x="12408408" y="0"/>
            <a:ext cx="27432" cy="3200400"/>
          </a:xfrm>
          <a:prstGeom prst="rect">
            <a:avLst/>
          </a:prstGeom>
          <a:solidFill>
            <a:srgbClr val="FFFFFF">
              <a:alpha val="4000"/>
            </a:srgbClr>
          </a:solidFill>
          <a:ln w="12700">
            <a:solidFill>
              <a:srgbClr val="1B2C4E"/>
            </a:solidFill>
            <a:prstDash val="solid"/>
          </a:ln>
        </p:spPr>
      </p:sp>
      <p:sp>
        <p:nvSpPr>
          <p:cNvPr id="46" name="Shape 44"/>
          <p:cNvSpPr/>
          <p:nvPr/>
        </p:nvSpPr>
        <p:spPr>
          <a:xfrm>
            <a:off x="13139928" y="0"/>
            <a:ext cx="27432" cy="3200400"/>
          </a:xfrm>
          <a:prstGeom prst="rect">
            <a:avLst/>
          </a:prstGeom>
          <a:solidFill>
            <a:srgbClr val="FFFFFF">
              <a:alpha val="4000"/>
            </a:srgbClr>
          </a:solidFill>
          <a:ln w="12700">
            <a:solidFill>
              <a:srgbClr val="1B2C4E"/>
            </a:solidFill>
            <a:prstDash val="solid"/>
          </a:ln>
        </p:spPr>
      </p:sp>
      <p:sp>
        <p:nvSpPr>
          <p:cNvPr id="47" name="Shape 45"/>
          <p:cNvSpPr/>
          <p:nvPr/>
        </p:nvSpPr>
        <p:spPr>
          <a:xfrm>
            <a:off x="13871448" y="0"/>
            <a:ext cx="27432" cy="3200400"/>
          </a:xfrm>
          <a:prstGeom prst="rect">
            <a:avLst/>
          </a:prstGeom>
          <a:solidFill>
            <a:srgbClr val="FFFFFF">
              <a:alpha val="4000"/>
            </a:srgbClr>
          </a:solidFill>
          <a:ln w="12700">
            <a:solidFill>
              <a:srgbClr val="1B2C4E"/>
            </a:solidFill>
            <a:prstDash val="solid"/>
          </a:ln>
        </p:spPr>
      </p:sp>
      <p:sp>
        <p:nvSpPr>
          <p:cNvPr id="48" name="Shape 46"/>
          <p:cNvSpPr/>
          <p:nvPr/>
        </p:nvSpPr>
        <p:spPr>
          <a:xfrm>
            <a:off x="14602968" y="0"/>
            <a:ext cx="27432" cy="3200400"/>
          </a:xfrm>
          <a:prstGeom prst="rect">
            <a:avLst/>
          </a:prstGeom>
          <a:solidFill>
            <a:srgbClr val="FFFFFF">
              <a:alpha val="4000"/>
            </a:srgbClr>
          </a:solidFill>
          <a:ln w="12700">
            <a:solidFill>
              <a:srgbClr val="1B2C4E"/>
            </a:solidFill>
            <a:prstDash val="solid"/>
          </a:ln>
        </p:spPr>
      </p:sp>
      <p:sp>
        <p:nvSpPr>
          <p:cNvPr id="49" name="Shape 47"/>
          <p:cNvSpPr/>
          <p:nvPr/>
        </p:nvSpPr>
        <p:spPr>
          <a:xfrm>
            <a:off x="15334488" y="0"/>
            <a:ext cx="27432" cy="3200400"/>
          </a:xfrm>
          <a:prstGeom prst="rect">
            <a:avLst/>
          </a:prstGeom>
          <a:solidFill>
            <a:srgbClr val="FFFFFF">
              <a:alpha val="4000"/>
            </a:srgbClr>
          </a:solidFill>
          <a:ln w="12700">
            <a:solidFill>
              <a:srgbClr val="1B2C4E"/>
            </a:solidFill>
            <a:prstDash val="solid"/>
          </a:ln>
        </p:spPr>
      </p:sp>
      <p:sp>
        <p:nvSpPr>
          <p:cNvPr id="50" name="Shape 48"/>
          <p:cNvSpPr/>
          <p:nvPr/>
        </p:nvSpPr>
        <p:spPr>
          <a:xfrm>
            <a:off x="16066008" y="0"/>
            <a:ext cx="27432" cy="3200400"/>
          </a:xfrm>
          <a:prstGeom prst="rect">
            <a:avLst/>
          </a:prstGeom>
          <a:solidFill>
            <a:srgbClr val="FFFFFF">
              <a:alpha val="4000"/>
            </a:srgbClr>
          </a:solidFill>
          <a:ln w="12700">
            <a:solidFill>
              <a:srgbClr val="1B2C4E"/>
            </a:solidFill>
            <a:prstDash val="solid"/>
          </a:ln>
        </p:spPr>
      </p:sp>
      <p:sp>
        <p:nvSpPr>
          <p:cNvPr id="51" name="Shape 49"/>
          <p:cNvSpPr/>
          <p:nvPr/>
        </p:nvSpPr>
        <p:spPr>
          <a:xfrm>
            <a:off x="16797528" y="0"/>
            <a:ext cx="27432" cy="3200400"/>
          </a:xfrm>
          <a:prstGeom prst="rect">
            <a:avLst/>
          </a:prstGeom>
          <a:solidFill>
            <a:srgbClr val="FFFFFF">
              <a:alpha val="4000"/>
            </a:srgbClr>
          </a:solidFill>
          <a:ln w="12700">
            <a:solidFill>
              <a:srgbClr val="1B2C4E"/>
            </a:solidFill>
            <a:prstDash val="solid"/>
          </a:ln>
        </p:spPr>
      </p:sp>
      <p:sp>
        <p:nvSpPr>
          <p:cNvPr id="52" name="Shape 50"/>
          <p:cNvSpPr/>
          <p:nvPr/>
        </p:nvSpPr>
        <p:spPr>
          <a:xfrm>
            <a:off x="17529048" y="0"/>
            <a:ext cx="27432" cy="3200400"/>
          </a:xfrm>
          <a:prstGeom prst="rect">
            <a:avLst/>
          </a:prstGeom>
          <a:solidFill>
            <a:srgbClr val="FFFFFF">
              <a:alpha val="4000"/>
            </a:srgbClr>
          </a:solidFill>
          <a:ln w="12700">
            <a:solidFill>
              <a:srgbClr val="1B2C4E"/>
            </a:solidFill>
            <a:prstDash val="solid"/>
          </a:ln>
        </p:spPr>
      </p:sp>
      <p:sp>
        <p:nvSpPr>
          <p:cNvPr id="53" name="Shape 51"/>
          <p:cNvSpPr/>
          <p:nvPr/>
        </p:nvSpPr>
        <p:spPr>
          <a:xfrm>
            <a:off x="18260568" y="0"/>
            <a:ext cx="27432" cy="3200400"/>
          </a:xfrm>
          <a:prstGeom prst="rect">
            <a:avLst/>
          </a:prstGeom>
          <a:solidFill>
            <a:srgbClr val="FFFFFF">
              <a:alpha val="4000"/>
            </a:srgbClr>
          </a:solidFill>
          <a:ln w="12700">
            <a:solidFill>
              <a:srgbClr val="1B2C4E"/>
            </a:solidFill>
            <a:prstDash val="solid"/>
          </a:ln>
        </p:spPr>
      </p:sp>
      <p:sp>
        <p:nvSpPr>
          <p:cNvPr id="54" name="Shape 52"/>
          <p:cNvSpPr/>
          <p:nvPr/>
        </p:nvSpPr>
        <p:spPr>
          <a:xfrm>
            <a:off x="18992088" y="0"/>
            <a:ext cx="27432" cy="3200400"/>
          </a:xfrm>
          <a:prstGeom prst="rect">
            <a:avLst/>
          </a:prstGeom>
          <a:solidFill>
            <a:srgbClr val="FFFFFF">
              <a:alpha val="4000"/>
            </a:srgbClr>
          </a:solidFill>
          <a:ln w="12700">
            <a:solidFill>
              <a:srgbClr val="1B2C4E"/>
            </a:solidFill>
            <a:prstDash val="solid"/>
          </a:ln>
        </p:spPr>
      </p:sp>
      <p:sp>
        <p:nvSpPr>
          <p:cNvPr id="55" name="Shape 53"/>
          <p:cNvSpPr/>
          <p:nvPr/>
        </p:nvSpPr>
        <p:spPr>
          <a:xfrm>
            <a:off x="19723608" y="0"/>
            <a:ext cx="27432" cy="3200400"/>
          </a:xfrm>
          <a:prstGeom prst="rect">
            <a:avLst/>
          </a:prstGeom>
          <a:solidFill>
            <a:srgbClr val="FFFFFF">
              <a:alpha val="4000"/>
            </a:srgbClr>
          </a:solidFill>
          <a:ln w="12700">
            <a:solidFill>
              <a:srgbClr val="1B2C4E"/>
            </a:solidFill>
            <a:prstDash val="solid"/>
          </a:ln>
        </p:spPr>
      </p:sp>
      <p:sp>
        <p:nvSpPr>
          <p:cNvPr id="56" name="Text 54"/>
          <p:cNvSpPr/>
          <p:nvPr/>
        </p:nvSpPr>
        <p:spPr>
          <a:xfrm>
            <a:off x="1069848" y="502920"/>
            <a:ext cx="13716000" cy="320040"/>
          </a:xfrm>
          <a:prstGeom prst="rect">
            <a:avLst/>
          </a:prstGeom>
          <a:noFill/>
          <a:ln/>
        </p:spPr>
        <p:txBody>
          <a:bodyPr wrap="square" rtlCol="0" anchor="ctr"/>
          <a:lstStyle/>
          <a:p>
            <a:pPr indent="0" marL="0">
              <a:buNone/>
            </a:pPr>
            <a:r>
              <a:rPr lang="en-US" sz="650" spc="300" kern="0" dirty="0">
                <a:solidFill>
                  <a:srgbClr val="AABBD0"/>
                </a:solidFill>
                <a:latin typeface="Arial" pitchFamily="34" charset="0"/>
                <a:ea typeface="Arial" pitchFamily="34" charset="-122"/>
                <a:cs typeface="Arial" pitchFamily="34" charset="-120"/>
              </a:rPr>
              <a:t>STUDENT ORGANIZATION  ·  KOBE UNIVERSITY</a:t>
            </a:r>
            <a:endParaRPr lang="en-US" sz="650" dirty="0"/>
          </a:p>
        </p:txBody>
      </p:sp>
      <p:sp>
        <p:nvSpPr>
          <p:cNvPr id="57" name="Text 55"/>
          <p:cNvSpPr/>
          <p:nvPr/>
        </p:nvSpPr>
        <p:spPr>
          <a:xfrm>
            <a:off x="1005840" y="896112"/>
            <a:ext cx="14630400" cy="1280160"/>
          </a:xfrm>
          <a:prstGeom prst="rect">
            <a:avLst/>
          </a:prstGeom>
          <a:noFill/>
          <a:ln/>
        </p:spPr>
        <p:txBody>
          <a:bodyPr wrap="square" rtlCol="0" anchor="ctr"/>
          <a:lstStyle/>
          <a:p>
            <a:pPr indent="0" marL="0">
              <a:buNone/>
            </a:pPr>
            <a:r>
              <a:rPr lang="en-US" sz="3000" b="1" dirty="0">
                <a:solidFill>
                  <a:srgbClr val="FFFFFF"/>
                </a:solidFill>
                <a:latin typeface="Noto Sans JP" pitchFamily="34" charset="0"/>
                <a:ea typeface="Noto Sans JP" pitchFamily="34" charset="-122"/>
                <a:cs typeface="Noto Sans JP" pitchFamily="34" charset="-120"/>
              </a:rPr>
              <a:t>神大留学</a:t>
            </a:r>
            <a:pPr indent="0" marL="0">
              <a:buNone/>
            </a:pPr>
            <a:r>
              <a:rPr lang="en-US" sz="3000" b="1" dirty="0">
                <a:solidFill>
                  <a:srgbClr val="E8A820"/>
                </a:solidFill>
                <a:latin typeface="Noto Sans JP" pitchFamily="34" charset="0"/>
                <a:ea typeface="Noto Sans JP" pitchFamily="34" charset="-122"/>
                <a:cs typeface="Noto Sans JP" pitchFamily="34" charset="-120"/>
              </a:rPr>
              <a:t>リアル</a:t>
            </a:r>
            <a:endParaRPr lang="en-US" sz="3000" dirty="0"/>
          </a:p>
        </p:txBody>
      </p:sp>
      <p:sp>
        <p:nvSpPr>
          <p:cNvPr id="58" name="Shape 56"/>
          <p:cNvSpPr/>
          <p:nvPr/>
        </p:nvSpPr>
        <p:spPr>
          <a:xfrm>
            <a:off x="1005840" y="2240280"/>
            <a:ext cx="3383280" cy="566928"/>
          </a:xfrm>
          <a:prstGeom prst="roundRect">
            <a:avLst>
              <a:gd name="adj" fmla="val 16129"/>
            </a:avLst>
          </a:prstGeom>
          <a:solidFill>
            <a:srgbClr val="E8A820"/>
          </a:solidFill>
          <a:ln w="12700">
            <a:solidFill>
              <a:srgbClr val="E8A820"/>
            </a:solidFill>
            <a:prstDash val="solid"/>
          </a:ln>
        </p:spPr>
      </p:sp>
      <p:sp>
        <p:nvSpPr>
          <p:cNvPr id="59" name="Text 57"/>
          <p:cNvSpPr/>
          <p:nvPr/>
        </p:nvSpPr>
        <p:spPr>
          <a:xfrm>
            <a:off x="1005840" y="2249424"/>
            <a:ext cx="3383280" cy="548640"/>
          </a:xfrm>
          <a:prstGeom prst="rect">
            <a:avLst/>
          </a:prstGeom>
          <a:noFill/>
          <a:ln/>
        </p:spPr>
        <p:txBody>
          <a:bodyPr wrap="square" rtlCol="0" anchor="ctr"/>
          <a:lstStyle/>
          <a:p>
            <a:pPr algn="ctr" indent="0" marL="0">
              <a:buNone/>
            </a:pPr>
            <a:r>
              <a:rPr lang="en-US" sz="800" b="1" dirty="0">
                <a:solidFill>
                  <a:srgbClr val="1B2C4E"/>
                </a:solidFill>
                <a:latin typeface="Noto Sans JP" pitchFamily="34" charset="0"/>
                <a:ea typeface="Noto Sans JP" pitchFamily="34" charset="-122"/>
                <a:cs typeface="Noto Sans JP" pitchFamily="34" charset="-120"/>
              </a:rPr>
              <a:t>活動紹介（2025年度）</a:t>
            </a:r>
            <a:endParaRPr lang="en-US" sz="800" dirty="0"/>
          </a:p>
        </p:txBody>
      </p:sp>
      <p:sp>
        <p:nvSpPr>
          <p:cNvPr id="60" name="Shape 58"/>
          <p:cNvSpPr/>
          <p:nvPr/>
        </p:nvSpPr>
        <p:spPr>
          <a:xfrm>
            <a:off x="868680" y="3703320"/>
            <a:ext cx="548640" cy="64008"/>
          </a:xfrm>
          <a:prstGeom prst="rect">
            <a:avLst/>
          </a:prstGeom>
          <a:solidFill>
            <a:srgbClr val="E8A820"/>
          </a:solidFill>
          <a:ln w="12700">
            <a:solidFill>
              <a:srgbClr val="E8A820"/>
            </a:solidFill>
            <a:prstDash val="solid"/>
          </a:ln>
        </p:spPr>
      </p:sp>
      <p:sp>
        <p:nvSpPr>
          <p:cNvPr id="61" name="Text 59"/>
          <p:cNvSpPr/>
          <p:nvPr/>
        </p:nvSpPr>
        <p:spPr>
          <a:xfrm>
            <a:off x="1508760" y="3666744"/>
            <a:ext cx="914400" cy="228600"/>
          </a:xfrm>
          <a:prstGeom prst="rect">
            <a:avLst/>
          </a:prstGeom>
          <a:noFill/>
          <a:ln/>
        </p:spPr>
        <p:txBody>
          <a:bodyPr wrap="square" rtlCol="0" anchor="ctr"/>
          <a:lstStyle/>
          <a:p>
            <a:pPr indent="0" marL="0">
              <a:buNone/>
            </a:pPr>
            <a:r>
              <a:rPr lang="en-US" sz="650" b="1" spc="300" kern="0" dirty="0">
                <a:solidFill>
                  <a:srgbClr val="E8A820"/>
                </a:solidFill>
                <a:latin typeface="Noto Sans JP" pitchFamily="34" charset="0"/>
                <a:ea typeface="Noto Sans JP" pitchFamily="34" charset="-122"/>
                <a:cs typeface="Noto Sans JP" pitchFamily="34" charset="-120"/>
              </a:rPr>
              <a:t>03</a:t>
            </a:r>
            <a:endParaRPr lang="en-US" sz="650" dirty="0"/>
          </a:p>
        </p:txBody>
      </p:sp>
      <p:sp>
        <p:nvSpPr>
          <p:cNvPr id="62" name="Text 60"/>
          <p:cNvSpPr/>
          <p:nvPr/>
        </p:nvSpPr>
        <p:spPr>
          <a:xfrm>
            <a:off x="868680" y="3867912"/>
            <a:ext cx="9144000" cy="640080"/>
          </a:xfrm>
          <a:prstGeom prst="rect">
            <a:avLst/>
          </a:prstGeom>
          <a:noFill/>
          <a:ln/>
        </p:spPr>
        <p:txBody>
          <a:bodyPr wrap="square" rtlCol="0" anchor="ctr"/>
          <a:lstStyle/>
          <a:p>
            <a:pPr indent="0" marL="0">
              <a:buNone/>
            </a:pPr>
            <a:r>
              <a:rPr lang="en-US" sz="1500" b="1" dirty="0">
                <a:solidFill>
                  <a:srgbClr val="1B2C4E"/>
                </a:solidFill>
                <a:latin typeface="Noto Sans JP" pitchFamily="34" charset="0"/>
                <a:ea typeface="Noto Sans JP" pitchFamily="34" charset="-122"/>
                <a:cs typeface="Noto Sans JP" pitchFamily="34" charset="-120"/>
              </a:rPr>
              <a:t>活動理念・ミッション</a:t>
            </a:r>
            <a:endParaRPr lang="en-US" sz="1500" dirty="0"/>
          </a:p>
        </p:txBody>
      </p:sp>
      <p:sp>
        <p:nvSpPr>
          <p:cNvPr id="63" name="Shape 61"/>
          <p:cNvSpPr/>
          <p:nvPr/>
        </p:nvSpPr>
        <p:spPr>
          <a:xfrm>
            <a:off x="868680" y="4617720"/>
            <a:ext cx="17465040" cy="1170432"/>
          </a:xfrm>
          <a:prstGeom prst="roundRect">
            <a:avLst>
              <a:gd name="adj" fmla="val 17188"/>
            </a:avLst>
          </a:prstGeom>
          <a:solidFill>
            <a:srgbClr val="FFFFFF"/>
          </a:solidFill>
          <a:ln w="8890">
            <a:solidFill>
              <a:srgbClr val="DDD5C0"/>
            </a:solidFill>
            <a:prstDash val="solid"/>
          </a:ln>
        </p:spPr>
      </p:sp>
      <p:sp>
        <p:nvSpPr>
          <p:cNvPr id="64" name="Shape 62"/>
          <p:cNvSpPr/>
          <p:nvPr/>
        </p:nvSpPr>
        <p:spPr>
          <a:xfrm>
            <a:off x="868680" y="4617720"/>
            <a:ext cx="109728" cy="1170432"/>
          </a:xfrm>
          <a:prstGeom prst="roundRect">
            <a:avLst>
              <a:gd name="adj" fmla="val 50000"/>
            </a:avLst>
          </a:prstGeom>
          <a:solidFill>
            <a:srgbClr val="1B2C4E"/>
          </a:solidFill>
          <a:ln w="12700">
            <a:solidFill>
              <a:srgbClr val="1B2C4E"/>
            </a:solidFill>
            <a:prstDash val="solid"/>
          </a:ln>
        </p:spPr>
      </p:sp>
      <p:sp>
        <p:nvSpPr>
          <p:cNvPr id="65" name="Text 63"/>
          <p:cNvSpPr/>
          <p:nvPr/>
        </p:nvSpPr>
        <p:spPr>
          <a:xfrm>
            <a:off x="1115568" y="4818888"/>
            <a:ext cx="548640" cy="45720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66" name="Text 64"/>
          <p:cNvSpPr/>
          <p:nvPr/>
        </p:nvSpPr>
        <p:spPr>
          <a:xfrm>
            <a:off x="1737360" y="4782312"/>
            <a:ext cx="16276320" cy="365760"/>
          </a:xfrm>
          <a:prstGeom prst="rect">
            <a:avLst/>
          </a:prstGeom>
          <a:noFill/>
          <a:ln/>
        </p:spPr>
        <p:txBody>
          <a:bodyPr wrap="square" rtlCol="0" anchor="ctr"/>
          <a:lstStyle/>
          <a:p>
            <a:pPr indent="0" marL="0">
              <a:buNone/>
            </a:pPr>
            <a:r>
              <a:rPr lang="en-US" sz="900" b="1" dirty="0">
                <a:solidFill>
                  <a:srgbClr val="1B2C4E"/>
                </a:solidFill>
                <a:latin typeface="Noto Sans JP" pitchFamily="34" charset="0"/>
                <a:ea typeface="Noto Sans JP" pitchFamily="34" charset="-122"/>
                <a:cs typeface="Noto Sans JP" pitchFamily="34" charset="-120"/>
              </a:rPr>
              <a:t>留学への挑戦を促進する</a:t>
            </a:r>
            <a:endParaRPr lang="en-US" sz="900" dirty="0"/>
          </a:p>
        </p:txBody>
      </p:sp>
      <p:sp>
        <p:nvSpPr>
          <p:cNvPr id="67" name="Text 65"/>
          <p:cNvSpPr/>
          <p:nvPr/>
        </p:nvSpPr>
        <p:spPr>
          <a:xfrm>
            <a:off x="1737360" y="5166360"/>
            <a:ext cx="16276320" cy="594360"/>
          </a:xfrm>
          <a:prstGeom prst="rect">
            <a:avLst/>
          </a:prstGeom>
          <a:noFill/>
          <a:ln/>
        </p:spPr>
        <p:txBody>
          <a:bodyPr wrap="square" rtlCol="0" anchor="t"/>
          <a:lstStyle/>
          <a:p>
            <a:pPr indent="0" marL="0">
              <a:buNone/>
            </a:pPr>
            <a:r>
              <a:rPr lang="en-US" sz="750" dirty="0">
                <a:solidFill>
                  <a:srgbClr val="555555"/>
                </a:solidFill>
                <a:latin typeface="Noto Sans JP" pitchFamily="34" charset="0"/>
                <a:ea typeface="Noto Sans JP" pitchFamily="34" charset="-122"/>
                <a:cs typeface="Noto Sans JP" pitchFamily="34" charset="-120"/>
              </a:rPr>
              <a:t>神戸大学から海外へ留学する学生を増やすことを第一の目標とする。どんな出自を持つ人であれ、交換留学の機会は公平にあるべきという信念のもと活動する。</a:t>
            </a:r>
            <a:endParaRPr lang="en-US" sz="750" dirty="0"/>
          </a:p>
        </p:txBody>
      </p:sp>
      <p:sp>
        <p:nvSpPr>
          <p:cNvPr id="68" name="Shape 66"/>
          <p:cNvSpPr/>
          <p:nvPr/>
        </p:nvSpPr>
        <p:spPr>
          <a:xfrm>
            <a:off x="868680" y="5989320"/>
            <a:ext cx="17465040" cy="1170432"/>
          </a:xfrm>
          <a:prstGeom prst="roundRect">
            <a:avLst>
              <a:gd name="adj" fmla="val 17188"/>
            </a:avLst>
          </a:prstGeom>
          <a:solidFill>
            <a:srgbClr val="FFFFFF"/>
          </a:solidFill>
          <a:ln w="8890">
            <a:solidFill>
              <a:srgbClr val="DDD5C0"/>
            </a:solidFill>
            <a:prstDash val="solid"/>
          </a:ln>
        </p:spPr>
      </p:sp>
      <p:sp>
        <p:nvSpPr>
          <p:cNvPr id="69" name="Shape 67"/>
          <p:cNvSpPr/>
          <p:nvPr/>
        </p:nvSpPr>
        <p:spPr>
          <a:xfrm>
            <a:off x="868680" y="5989320"/>
            <a:ext cx="109728" cy="1170432"/>
          </a:xfrm>
          <a:prstGeom prst="roundRect">
            <a:avLst>
              <a:gd name="adj" fmla="val 50000"/>
            </a:avLst>
          </a:prstGeom>
          <a:solidFill>
            <a:srgbClr val="1B2C4E"/>
          </a:solidFill>
          <a:ln w="12700">
            <a:solidFill>
              <a:srgbClr val="1B2C4E"/>
            </a:solidFill>
            <a:prstDash val="solid"/>
          </a:ln>
        </p:spPr>
      </p:sp>
      <p:sp>
        <p:nvSpPr>
          <p:cNvPr id="70" name="Text 68"/>
          <p:cNvSpPr/>
          <p:nvPr/>
        </p:nvSpPr>
        <p:spPr>
          <a:xfrm>
            <a:off x="1115568" y="6190488"/>
            <a:ext cx="548640" cy="45720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71" name="Text 69"/>
          <p:cNvSpPr/>
          <p:nvPr/>
        </p:nvSpPr>
        <p:spPr>
          <a:xfrm>
            <a:off x="1737360" y="6153912"/>
            <a:ext cx="16276320" cy="365760"/>
          </a:xfrm>
          <a:prstGeom prst="rect">
            <a:avLst/>
          </a:prstGeom>
          <a:noFill/>
          <a:ln/>
        </p:spPr>
        <p:txBody>
          <a:bodyPr wrap="square" rtlCol="0" anchor="ctr"/>
          <a:lstStyle/>
          <a:p>
            <a:pPr indent="0" marL="0">
              <a:buNone/>
            </a:pPr>
            <a:r>
              <a:rPr lang="en-US" sz="900" b="1" dirty="0">
                <a:solidFill>
                  <a:srgbClr val="1B2C4E"/>
                </a:solidFill>
                <a:latin typeface="Noto Sans JP" pitchFamily="34" charset="0"/>
                <a:ea typeface="Noto Sans JP" pitchFamily="34" charset="-122"/>
                <a:cs typeface="Noto Sans JP" pitchFamily="34" charset="-120"/>
              </a:rPr>
              <a:t>双方向コミュニティを形成する</a:t>
            </a:r>
            <a:endParaRPr lang="en-US" sz="900" dirty="0"/>
          </a:p>
        </p:txBody>
      </p:sp>
      <p:sp>
        <p:nvSpPr>
          <p:cNvPr id="72" name="Text 70"/>
          <p:cNvSpPr/>
          <p:nvPr/>
        </p:nvSpPr>
        <p:spPr>
          <a:xfrm>
            <a:off x="1737360" y="6537960"/>
            <a:ext cx="16276320" cy="594360"/>
          </a:xfrm>
          <a:prstGeom prst="rect">
            <a:avLst/>
          </a:prstGeom>
          <a:noFill/>
          <a:ln/>
        </p:spPr>
        <p:txBody>
          <a:bodyPr wrap="square" rtlCol="0" anchor="t"/>
          <a:lstStyle/>
          <a:p>
            <a:pPr indent="0" marL="0">
              <a:buNone/>
            </a:pPr>
            <a:r>
              <a:rPr lang="en-US" sz="750" dirty="0">
                <a:solidFill>
                  <a:srgbClr val="555555"/>
                </a:solidFill>
                <a:latin typeface="Noto Sans JP" pitchFamily="34" charset="0"/>
                <a:ea typeface="Noto Sans JP" pitchFamily="34" charset="-122"/>
                <a:cs typeface="Noto Sans JP" pitchFamily="34" charset="-120"/>
              </a:rPr>
              <a:t>留学を「検討している人」が、「留学中の人」「留学経験者」と直接繋がれるコミュニティを形成・運営する。</a:t>
            </a:r>
            <a:endParaRPr lang="en-US" sz="750" dirty="0"/>
          </a:p>
        </p:txBody>
      </p:sp>
      <p:sp>
        <p:nvSpPr>
          <p:cNvPr id="73" name="Shape 71"/>
          <p:cNvSpPr/>
          <p:nvPr/>
        </p:nvSpPr>
        <p:spPr>
          <a:xfrm>
            <a:off x="868680" y="7360920"/>
            <a:ext cx="17465040" cy="1170432"/>
          </a:xfrm>
          <a:prstGeom prst="roundRect">
            <a:avLst>
              <a:gd name="adj" fmla="val 17188"/>
            </a:avLst>
          </a:prstGeom>
          <a:solidFill>
            <a:srgbClr val="FFFFFF"/>
          </a:solidFill>
          <a:ln w="8890">
            <a:solidFill>
              <a:srgbClr val="DDD5C0"/>
            </a:solidFill>
            <a:prstDash val="solid"/>
          </a:ln>
        </p:spPr>
      </p:sp>
      <p:sp>
        <p:nvSpPr>
          <p:cNvPr id="74" name="Shape 72"/>
          <p:cNvSpPr/>
          <p:nvPr/>
        </p:nvSpPr>
        <p:spPr>
          <a:xfrm>
            <a:off x="868680" y="7360920"/>
            <a:ext cx="109728" cy="1170432"/>
          </a:xfrm>
          <a:prstGeom prst="roundRect">
            <a:avLst>
              <a:gd name="adj" fmla="val 50000"/>
            </a:avLst>
          </a:prstGeom>
          <a:solidFill>
            <a:srgbClr val="1B2C4E"/>
          </a:solidFill>
          <a:ln w="12700">
            <a:solidFill>
              <a:srgbClr val="1B2C4E"/>
            </a:solidFill>
            <a:prstDash val="solid"/>
          </a:ln>
        </p:spPr>
      </p:sp>
      <p:sp>
        <p:nvSpPr>
          <p:cNvPr id="75" name="Text 73"/>
          <p:cNvSpPr/>
          <p:nvPr/>
        </p:nvSpPr>
        <p:spPr>
          <a:xfrm>
            <a:off x="1115568" y="7562088"/>
            <a:ext cx="548640" cy="457200"/>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76" name="Text 74"/>
          <p:cNvSpPr/>
          <p:nvPr/>
        </p:nvSpPr>
        <p:spPr>
          <a:xfrm>
            <a:off x="1737360" y="7525512"/>
            <a:ext cx="16276320" cy="365760"/>
          </a:xfrm>
          <a:prstGeom prst="rect">
            <a:avLst/>
          </a:prstGeom>
          <a:noFill/>
          <a:ln/>
        </p:spPr>
        <p:txBody>
          <a:bodyPr wrap="square" rtlCol="0" anchor="ctr"/>
          <a:lstStyle/>
          <a:p>
            <a:pPr indent="0" marL="0">
              <a:buNone/>
            </a:pPr>
            <a:r>
              <a:rPr lang="en-US" sz="900" b="1" dirty="0">
                <a:solidFill>
                  <a:srgbClr val="1B2C4E"/>
                </a:solidFill>
                <a:latin typeface="Noto Sans JP" pitchFamily="34" charset="0"/>
                <a:ea typeface="Noto Sans JP" pitchFamily="34" charset="-122"/>
                <a:cs typeface="Noto Sans JP" pitchFamily="34" charset="-120"/>
              </a:rPr>
              <a:t>あらゆる情報格差をなくす</a:t>
            </a:r>
            <a:endParaRPr lang="en-US" sz="900" dirty="0"/>
          </a:p>
        </p:txBody>
      </p:sp>
      <p:sp>
        <p:nvSpPr>
          <p:cNvPr id="77" name="Text 75"/>
          <p:cNvSpPr/>
          <p:nvPr/>
        </p:nvSpPr>
        <p:spPr>
          <a:xfrm>
            <a:off x="1737360" y="7909560"/>
            <a:ext cx="16276320" cy="594360"/>
          </a:xfrm>
          <a:prstGeom prst="rect">
            <a:avLst/>
          </a:prstGeom>
          <a:noFill/>
          <a:ln/>
        </p:spPr>
        <p:txBody>
          <a:bodyPr wrap="square" rtlCol="0" anchor="t"/>
          <a:lstStyle/>
          <a:p>
            <a:pPr indent="0" marL="0">
              <a:buNone/>
            </a:pPr>
            <a:r>
              <a:rPr lang="en-US" sz="750" dirty="0">
                <a:solidFill>
                  <a:srgbClr val="555555"/>
                </a:solidFill>
                <a:latin typeface="Noto Sans JP" pitchFamily="34" charset="0"/>
                <a:ea typeface="Noto Sans JP" pitchFamily="34" charset="-122"/>
                <a:cs typeface="Noto Sans JP" pitchFamily="34" charset="-120"/>
              </a:rPr>
              <a:t>現役留学生が自身の活動・学び・現地の様子を発信するプラットフォームとして機能し、情報の非対称性を解消する。</a:t>
            </a:r>
            <a:endParaRPr lang="en-US" sz="750" dirty="0"/>
          </a:p>
        </p:txBody>
      </p:sp>
      <p:sp>
        <p:nvSpPr>
          <p:cNvPr id="78" name="Shape 76"/>
          <p:cNvSpPr/>
          <p:nvPr/>
        </p:nvSpPr>
        <p:spPr>
          <a:xfrm>
            <a:off x="868680" y="9116568"/>
            <a:ext cx="548640" cy="64008"/>
          </a:xfrm>
          <a:prstGeom prst="rect">
            <a:avLst/>
          </a:prstGeom>
          <a:solidFill>
            <a:srgbClr val="E8A820"/>
          </a:solidFill>
          <a:ln w="12700">
            <a:solidFill>
              <a:srgbClr val="E8A820"/>
            </a:solidFill>
            <a:prstDash val="solid"/>
          </a:ln>
        </p:spPr>
      </p:sp>
      <p:sp>
        <p:nvSpPr>
          <p:cNvPr id="79" name="Text 77"/>
          <p:cNvSpPr/>
          <p:nvPr/>
        </p:nvSpPr>
        <p:spPr>
          <a:xfrm>
            <a:off x="1508760" y="9079992"/>
            <a:ext cx="914400" cy="228600"/>
          </a:xfrm>
          <a:prstGeom prst="rect">
            <a:avLst/>
          </a:prstGeom>
          <a:noFill/>
          <a:ln/>
        </p:spPr>
        <p:txBody>
          <a:bodyPr wrap="square" rtlCol="0" anchor="ctr"/>
          <a:lstStyle/>
          <a:p>
            <a:pPr indent="0" marL="0">
              <a:buNone/>
            </a:pPr>
            <a:r>
              <a:rPr lang="en-US" sz="650" b="1" spc="300" kern="0" dirty="0">
                <a:solidFill>
                  <a:srgbClr val="E8A820"/>
                </a:solidFill>
                <a:latin typeface="Noto Sans JP" pitchFamily="34" charset="0"/>
                <a:ea typeface="Noto Sans JP" pitchFamily="34" charset="-122"/>
                <a:cs typeface="Noto Sans JP" pitchFamily="34" charset="-120"/>
              </a:rPr>
              <a:t>04</a:t>
            </a:r>
            <a:endParaRPr lang="en-US" sz="650" dirty="0"/>
          </a:p>
        </p:txBody>
      </p:sp>
      <p:sp>
        <p:nvSpPr>
          <p:cNvPr id="80" name="Text 78"/>
          <p:cNvSpPr/>
          <p:nvPr/>
        </p:nvSpPr>
        <p:spPr>
          <a:xfrm>
            <a:off x="868680" y="9281160"/>
            <a:ext cx="9144000" cy="640080"/>
          </a:xfrm>
          <a:prstGeom prst="rect">
            <a:avLst/>
          </a:prstGeom>
          <a:noFill/>
          <a:ln/>
        </p:spPr>
        <p:txBody>
          <a:bodyPr wrap="square" rtlCol="0" anchor="ctr"/>
          <a:lstStyle/>
          <a:p>
            <a:pPr indent="0" marL="0">
              <a:buNone/>
            </a:pPr>
            <a:r>
              <a:rPr lang="en-US" sz="1500" b="1" dirty="0">
                <a:solidFill>
                  <a:srgbClr val="1B2C4E"/>
                </a:solidFill>
                <a:latin typeface="Noto Sans JP" pitchFamily="34" charset="0"/>
                <a:ea typeface="Noto Sans JP" pitchFamily="34" charset="-122"/>
                <a:cs typeface="Noto Sans JP" pitchFamily="34" charset="-120"/>
              </a:rPr>
              <a:t>活動内容（コンテンツ）</a:t>
            </a:r>
            <a:endParaRPr lang="en-US" sz="1500" dirty="0"/>
          </a:p>
        </p:txBody>
      </p:sp>
      <p:sp>
        <p:nvSpPr>
          <p:cNvPr id="81" name="Shape 79"/>
          <p:cNvSpPr/>
          <p:nvPr/>
        </p:nvSpPr>
        <p:spPr>
          <a:xfrm>
            <a:off x="868680" y="10030968"/>
            <a:ext cx="5638800" cy="2743200"/>
          </a:xfrm>
          <a:prstGeom prst="roundRect">
            <a:avLst>
              <a:gd name="adj" fmla="val 7333"/>
            </a:avLst>
          </a:prstGeom>
          <a:solidFill>
            <a:srgbClr val="FFFFFF"/>
          </a:solidFill>
          <a:ln w="8890">
            <a:solidFill>
              <a:srgbClr val="DDD5C0"/>
            </a:solidFill>
            <a:prstDash val="solid"/>
          </a:ln>
        </p:spPr>
      </p:sp>
      <p:sp>
        <p:nvSpPr>
          <p:cNvPr id="82" name="Text 80"/>
          <p:cNvSpPr/>
          <p:nvPr/>
        </p:nvSpPr>
        <p:spPr>
          <a:xfrm>
            <a:off x="868680" y="10305288"/>
            <a:ext cx="563880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83" name="Text 81"/>
          <p:cNvSpPr/>
          <p:nvPr/>
        </p:nvSpPr>
        <p:spPr>
          <a:xfrm>
            <a:off x="1005840" y="10927080"/>
            <a:ext cx="5364480" cy="411480"/>
          </a:xfrm>
          <a:prstGeom prst="rect">
            <a:avLst/>
          </a:prstGeom>
          <a:noFill/>
          <a:ln/>
        </p:spPr>
        <p:txBody>
          <a:bodyPr wrap="square" rtlCol="0" anchor="ctr"/>
          <a:lstStyle/>
          <a:p>
            <a:pPr algn="ctr" indent="0" marL="0">
              <a:buNone/>
            </a:pPr>
            <a:r>
              <a:rPr lang="en-US" sz="950" b="1" dirty="0">
                <a:solidFill>
                  <a:srgbClr val="1B2C4E"/>
                </a:solidFill>
                <a:latin typeface="Noto Sans JP" pitchFamily="34" charset="0"/>
                <a:ea typeface="Noto Sans JP" pitchFamily="34" charset="-122"/>
                <a:cs typeface="Noto Sans JP" pitchFamily="34" charset="-120"/>
              </a:rPr>
              <a:t>Instagram</a:t>
            </a:r>
            <a:endParaRPr lang="en-US" sz="950" dirty="0"/>
          </a:p>
        </p:txBody>
      </p:sp>
      <p:sp>
        <p:nvSpPr>
          <p:cNvPr id="84" name="Text 82"/>
          <p:cNvSpPr/>
          <p:nvPr/>
        </p:nvSpPr>
        <p:spPr>
          <a:xfrm>
            <a:off x="1097280" y="11475720"/>
            <a:ext cx="5273040" cy="384048"/>
          </a:xfrm>
          <a:prstGeom prst="rect">
            <a:avLst/>
          </a:prstGeom>
          <a:noFill/>
          <a:ln/>
        </p:spPr>
        <p:txBody>
          <a:bodyPr wrap="square" rtlCol="0" anchor="ctr"/>
          <a:lstStyle/>
          <a:p>
            <a:pPr indent="0" marL="0">
              <a:buNone/>
            </a:pPr>
            <a:r>
              <a:rPr lang="en-US" sz="750" dirty="0">
                <a:solidFill>
                  <a:srgbClr val="555555"/>
                </a:solidFill>
                <a:latin typeface="Noto Sans JP" pitchFamily="34" charset="0"/>
                <a:ea typeface="Noto Sans JP" pitchFamily="34" charset="-122"/>
                <a:cs typeface="Noto Sans JP" pitchFamily="34" charset="-120"/>
              </a:rPr>
              <a:t>▸  留学アンバサダー制度</a:t>
            </a:r>
            <a:endParaRPr lang="en-US" sz="750" dirty="0"/>
          </a:p>
        </p:txBody>
      </p:sp>
      <p:sp>
        <p:nvSpPr>
          <p:cNvPr id="85" name="Text 83"/>
          <p:cNvSpPr/>
          <p:nvPr/>
        </p:nvSpPr>
        <p:spPr>
          <a:xfrm>
            <a:off x="1097280" y="11868912"/>
            <a:ext cx="5273040" cy="384048"/>
          </a:xfrm>
          <a:prstGeom prst="rect">
            <a:avLst/>
          </a:prstGeom>
          <a:noFill/>
          <a:ln/>
        </p:spPr>
        <p:txBody>
          <a:bodyPr wrap="square" rtlCol="0" anchor="ctr"/>
          <a:lstStyle/>
          <a:p>
            <a:pPr indent="0" marL="0">
              <a:buNone/>
            </a:pPr>
            <a:r>
              <a:rPr lang="en-US" sz="750" dirty="0">
                <a:solidFill>
                  <a:srgbClr val="555555"/>
                </a:solidFill>
                <a:latin typeface="Noto Sans JP" pitchFamily="34" charset="0"/>
                <a:ea typeface="Noto Sans JP" pitchFamily="34" charset="-122"/>
                <a:cs typeface="Noto Sans JP" pitchFamily="34" charset="-120"/>
              </a:rPr>
              <a:t>▸  対面・オンラインイベント告知</a:t>
            </a:r>
            <a:endParaRPr lang="en-US" sz="750" dirty="0"/>
          </a:p>
        </p:txBody>
      </p:sp>
      <p:sp>
        <p:nvSpPr>
          <p:cNvPr id="86" name="Text 84"/>
          <p:cNvSpPr/>
          <p:nvPr/>
        </p:nvSpPr>
        <p:spPr>
          <a:xfrm>
            <a:off x="1097280" y="12262104"/>
            <a:ext cx="5273040" cy="384048"/>
          </a:xfrm>
          <a:prstGeom prst="rect">
            <a:avLst/>
          </a:prstGeom>
          <a:noFill/>
          <a:ln/>
        </p:spPr>
        <p:txBody>
          <a:bodyPr wrap="square" rtlCol="0" anchor="ctr"/>
          <a:lstStyle/>
          <a:p>
            <a:pPr indent="0" marL="0">
              <a:buNone/>
            </a:pPr>
            <a:r>
              <a:rPr lang="en-US" sz="750" dirty="0">
                <a:solidFill>
                  <a:srgbClr val="555555"/>
                </a:solidFill>
                <a:latin typeface="Noto Sans JP" pitchFamily="34" charset="0"/>
                <a:ea typeface="Noto Sans JP" pitchFamily="34" charset="-122"/>
                <a:cs typeface="Noto Sans JP" pitchFamily="34" charset="-120"/>
              </a:rPr>
              <a:t>▸  リール作成・発信</a:t>
            </a:r>
            <a:endParaRPr lang="en-US" sz="750" dirty="0"/>
          </a:p>
        </p:txBody>
      </p:sp>
      <p:sp>
        <p:nvSpPr>
          <p:cNvPr id="87" name="Shape 85"/>
          <p:cNvSpPr/>
          <p:nvPr/>
        </p:nvSpPr>
        <p:spPr>
          <a:xfrm>
            <a:off x="6781800" y="10030968"/>
            <a:ext cx="5638800" cy="2743200"/>
          </a:xfrm>
          <a:prstGeom prst="roundRect">
            <a:avLst>
              <a:gd name="adj" fmla="val 7333"/>
            </a:avLst>
          </a:prstGeom>
          <a:solidFill>
            <a:srgbClr val="FFFFFF"/>
          </a:solidFill>
          <a:ln w="8890">
            <a:solidFill>
              <a:srgbClr val="DDD5C0"/>
            </a:solidFill>
            <a:prstDash val="solid"/>
          </a:ln>
        </p:spPr>
      </p:sp>
      <p:sp>
        <p:nvSpPr>
          <p:cNvPr id="88" name="Text 86"/>
          <p:cNvSpPr/>
          <p:nvPr/>
        </p:nvSpPr>
        <p:spPr>
          <a:xfrm>
            <a:off x="6781800" y="10305288"/>
            <a:ext cx="563880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89" name="Text 87"/>
          <p:cNvSpPr/>
          <p:nvPr/>
        </p:nvSpPr>
        <p:spPr>
          <a:xfrm>
            <a:off x="6918960" y="10927080"/>
            <a:ext cx="5364480" cy="411480"/>
          </a:xfrm>
          <a:prstGeom prst="rect">
            <a:avLst/>
          </a:prstGeom>
          <a:noFill/>
          <a:ln/>
        </p:spPr>
        <p:txBody>
          <a:bodyPr wrap="square" rtlCol="0" anchor="ctr"/>
          <a:lstStyle/>
          <a:p>
            <a:pPr algn="ctr" indent="0" marL="0">
              <a:buNone/>
            </a:pPr>
            <a:r>
              <a:rPr lang="en-US" sz="950" b="1" dirty="0">
                <a:solidFill>
                  <a:srgbClr val="1B2C4E"/>
                </a:solidFill>
                <a:latin typeface="Noto Sans JP" pitchFamily="34" charset="0"/>
                <a:ea typeface="Noto Sans JP" pitchFamily="34" charset="-122"/>
                <a:cs typeface="Noto Sans JP" pitchFamily="34" charset="-120"/>
              </a:rPr>
              <a:t>note</a:t>
            </a:r>
            <a:endParaRPr lang="en-US" sz="950" dirty="0"/>
          </a:p>
        </p:txBody>
      </p:sp>
      <p:sp>
        <p:nvSpPr>
          <p:cNvPr id="90" name="Text 88"/>
          <p:cNvSpPr/>
          <p:nvPr/>
        </p:nvSpPr>
        <p:spPr>
          <a:xfrm>
            <a:off x="7010400" y="11475720"/>
            <a:ext cx="5273040" cy="384048"/>
          </a:xfrm>
          <a:prstGeom prst="rect">
            <a:avLst/>
          </a:prstGeom>
          <a:noFill/>
          <a:ln/>
        </p:spPr>
        <p:txBody>
          <a:bodyPr wrap="square" rtlCol="0" anchor="ctr"/>
          <a:lstStyle/>
          <a:p>
            <a:pPr indent="0" marL="0">
              <a:buNone/>
            </a:pPr>
            <a:r>
              <a:rPr lang="en-US" sz="750" dirty="0">
                <a:solidFill>
                  <a:srgbClr val="555555"/>
                </a:solidFill>
                <a:latin typeface="Noto Sans JP" pitchFamily="34" charset="0"/>
                <a:ea typeface="Noto Sans JP" pitchFamily="34" charset="-122"/>
                <a:cs typeface="Noto Sans JP" pitchFamily="34" charset="-120"/>
              </a:rPr>
              <a:t>▸  留学体験談の記事作成</a:t>
            </a:r>
            <a:endParaRPr lang="en-US" sz="750" dirty="0"/>
          </a:p>
        </p:txBody>
      </p:sp>
      <p:sp>
        <p:nvSpPr>
          <p:cNvPr id="91" name="Text 89"/>
          <p:cNvSpPr/>
          <p:nvPr/>
        </p:nvSpPr>
        <p:spPr>
          <a:xfrm>
            <a:off x="7010400" y="11868912"/>
            <a:ext cx="5273040" cy="384048"/>
          </a:xfrm>
          <a:prstGeom prst="rect">
            <a:avLst/>
          </a:prstGeom>
          <a:noFill/>
          <a:ln/>
        </p:spPr>
        <p:txBody>
          <a:bodyPr wrap="square" rtlCol="0" anchor="ctr"/>
          <a:lstStyle/>
          <a:p>
            <a:pPr indent="0" marL="0">
              <a:buNone/>
            </a:pPr>
            <a:r>
              <a:rPr lang="en-US" sz="750" dirty="0">
                <a:solidFill>
                  <a:srgbClr val="555555"/>
                </a:solidFill>
                <a:latin typeface="Noto Sans JP" pitchFamily="34" charset="0"/>
                <a:ea typeface="Noto Sans JP" pitchFamily="34" charset="-122"/>
                <a:cs typeface="Noto Sans JP" pitchFamily="34" charset="-120"/>
              </a:rPr>
              <a:t>▸  情報量の多い詳細発信</a:t>
            </a:r>
            <a:endParaRPr lang="en-US" sz="750" dirty="0"/>
          </a:p>
        </p:txBody>
      </p:sp>
      <p:sp>
        <p:nvSpPr>
          <p:cNvPr id="92" name="Shape 90"/>
          <p:cNvSpPr/>
          <p:nvPr/>
        </p:nvSpPr>
        <p:spPr>
          <a:xfrm>
            <a:off x="12694920" y="10030968"/>
            <a:ext cx="5638800" cy="2743200"/>
          </a:xfrm>
          <a:prstGeom prst="roundRect">
            <a:avLst>
              <a:gd name="adj" fmla="val 7333"/>
            </a:avLst>
          </a:prstGeom>
          <a:solidFill>
            <a:srgbClr val="FFFFFF"/>
          </a:solidFill>
          <a:ln w="8890">
            <a:solidFill>
              <a:srgbClr val="DDD5C0"/>
            </a:solidFill>
            <a:prstDash val="solid"/>
          </a:ln>
        </p:spPr>
      </p:sp>
      <p:sp>
        <p:nvSpPr>
          <p:cNvPr id="93" name="Text 91"/>
          <p:cNvSpPr/>
          <p:nvPr/>
        </p:nvSpPr>
        <p:spPr>
          <a:xfrm>
            <a:off x="12694920" y="10305288"/>
            <a:ext cx="563880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4" name="Text 92"/>
          <p:cNvSpPr/>
          <p:nvPr/>
        </p:nvSpPr>
        <p:spPr>
          <a:xfrm>
            <a:off x="12832080" y="10927080"/>
            <a:ext cx="5364480" cy="411480"/>
          </a:xfrm>
          <a:prstGeom prst="rect">
            <a:avLst/>
          </a:prstGeom>
          <a:noFill/>
          <a:ln/>
        </p:spPr>
        <p:txBody>
          <a:bodyPr wrap="square" rtlCol="0" anchor="ctr"/>
          <a:lstStyle/>
          <a:p>
            <a:pPr algn="ctr" indent="0" marL="0">
              <a:buNone/>
            </a:pPr>
            <a:r>
              <a:rPr lang="en-US" sz="950" b="1" dirty="0">
                <a:solidFill>
                  <a:srgbClr val="1B2C4E"/>
                </a:solidFill>
                <a:latin typeface="Noto Sans JP" pitchFamily="34" charset="0"/>
                <a:ea typeface="Noto Sans JP" pitchFamily="34" charset="-122"/>
                <a:cs typeface="Noto Sans JP" pitchFamily="34" charset="-120"/>
              </a:rPr>
              <a:t>Padlet</a:t>
            </a:r>
            <a:endParaRPr lang="en-US" sz="950" dirty="0"/>
          </a:p>
        </p:txBody>
      </p:sp>
      <p:sp>
        <p:nvSpPr>
          <p:cNvPr id="95" name="Text 93"/>
          <p:cNvSpPr/>
          <p:nvPr/>
        </p:nvSpPr>
        <p:spPr>
          <a:xfrm>
            <a:off x="12923520" y="11475720"/>
            <a:ext cx="5273040" cy="384048"/>
          </a:xfrm>
          <a:prstGeom prst="rect">
            <a:avLst/>
          </a:prstGeom>
          <a:noFill/>
          <a:ln/>
        </p:spPr>
        <p:txBody>
          <a:bodyPr wrap="square" rtlCol="0" anchor="ctr"/>
          <a:lstStyle/>
          <a:p>
            <a:pPr indent="0" marL="0">
              <a:buNone/>
            </a:pPr>
            <a:r>
              <a:rPr lang="en-US" sz="750" dirty="0">
                <a:solidFill>
                  <a:srgbClr val="555555"/>
                </a:solidFill>
                <a:latin typeface="Noto Sans JP" pitchFamily="34" charset="0"/>
                <a:ea typeface="Noto Sans JP" pitchFamily="34" charset="-122"/>
                <a:cs typeface="Noto Sans JP" pitchFamily="34" charset="-120"/>
              </a:rPr>
              <a:t>▸  各コンテンツの統合</a:t>
            </a:r>
            <a:endParaRPr lang="en-US" sz="750" dirty="0"/>
          </a:p>
        </p:txBody>
      </p:sp>
      <p:sp>
        <p:nvSpPr>
          <p:cNvPr id="96" name="Text 94"/>
          <p:cNvSpPr/>
          <p:nvPr/>
        </p:nvSpPr>
        <p:spPr>
          <a:xfrm>
            <a:off x="12923520" y="11868912"/>
            <a:ext cx="5273040" cy="384048"/>
          </a:xfrm>
          <a:prstGeom prst="rect">
            <a:avLst/>
          </a:prstGeom>
          <a:noFill/>
          <a:ln/>
        </p:spPr>
        <p:txBody>
          <a:bodyPr wrap="square" rtlCol="0" anchor="ctr"/>
          <a:lstStyle/>
          <a:p>
            <a:pPr indent="0" marL="0">
              <a:buNone/>
            </a:pPr>
            <a:r>
              <a:rPr lang="en-US" sz="750" dirty="0">
                <a:solidFill>
                  <a:srgbClr val="555555"/>
                </a:solidFill>
                <a:latin typeface="Noto Sans JP" pitchFamily="34" charset="0"/>
                <a:ea typeface="Noto Sans JP" pitchFamily="34" charset="-122"/>
                <a:cs typeface="Noto Sans JP" pitchFamily="34" charset="-120"/>
              </a:rPr>
              <a:t>▸  情報ポータル機能</a:t>
            </a:r>
            <a:endParaRPr lang="en-US" sz="750" dirty="0"/>
          </a:p>
        </p:txBody>
      </p:sp>
      <p:sp>
        <p:nvSpPr>
          <p:cNvPr id="97" name="Shape 95"/>
          <p:cNvSpPr/>
          <p:nvPr/>
        </p:nvSpPr>
        <p:spPr>
          <a:xfrm>
            <a:off x="868680" y="13158216"/>
            <a:ext cx="548640" cy="64008"/>
          </a:xfrm>
          <a:prstGeom prst="rect">
            <a:avLst/>
          </a:prstGeom>
          <a:solidFill>
            <a:srgbClr val="E8A820"/>
          </a:solidFill>
          <a:ln w="12700">
            <a:solidFill>
              <a:srgbClr val="E8A820"/>
            </a:solidFill>
            <a:prstDash val="solid"/>
          </a:ln>
        </p:spPr>
      </p:sp>
      <p:sp>
        <p:nvSpPr>
          <p:cNvPr id="98" name="Text 96"/>
          <p:cNvSpPr/>
          <p:nvPr/>
        </p:nvSpPr>
        <p:spPr>
          <a:xfrm>
            <a:off x="1508760" y="13121640"/>
            <a:ext cx="914400" cy="228600"/>
          </a:xfrm>
          <a:prstGeom prst="rect">
            <a:avLst/>
          </a:prstGeom>
          <a:noFill/>
          <a:ln/>
        </p:spPr>
        <p:txBody>
          <a:bodyPr wrap="square" rtlCol="0" anchor="ctr"/>
          <a:lstStyle/>
          <a:p>
            <a:pPr indent="0" marL="0">
              <a:buNone/>
            </a:pPr>
            <a:r>
              <a:rPr lang="en-US" sz="650" b="1" spc="300" kern="0" dirty="0">
                <a:solidFill>
                  <a:srgbClr val="E8A820"/>
                </a:solidFill>
                <a:latin typeface="Noto Sans JP" pitchFamily="34" charset="0"/>
                <a:ea typeface="Noto Sans JP" pitchFamily="34" charset="-122"/>
                <a:cs typeface="Noto Sans JP" pitchFamily="34" charset="-120"/>
              </a:rPr>
              <a:t>05</a:t>
            </a:r>
            <a:endParaRPr lang="en-US" sz="650" dirty="0"/>
          </a:p>
        </p:txBody>
      </p:sp>
      <p:sp>
        <p:nvSpPr>
          <p:cNvPr id="99" name="Text 97"/>
          <p:cNvSpPr/>
          <p:nvPr/>
        </p:nvSpPr>
        <p:spPr>
          <a:xfrm>
            <a:off x="868680" y="13322808"/>
            <a:ext cx="9144000" cy="640080"/>
          </a:xfrm>
          <a:prstGeom prst="rect">
            <a:avLst/>
          </a:prstGeom>
          <a:noFill/>
          <a:ln/>
        </p:spPr>
        <p:txBody>
          <a:bodyPr wrap="square" rtlCol="0" anchor="ctr"/>
          <a:lstStyle/>
          <a:p>
            <a:pPr indent="0" marL="0">
              <a:buNone/>
            </a:pPr>
            <a:r>
              <a:rPr lang="en-US" sz="1500" b="1" dirty="0">
                <a:solidFill>
                  <a:srgbClr val="1B2C4E"/>
                </a:solidFill>
                <a:latin typeface="Noto Sans JP" pitchFamily="34" charset="0"/>
                <a:ea typeface="Noto Sans JP" pitchFamily="34" charset="-122"/>
                <a:cs typeface="Noto Sans JP" pitchFamily="34" charset="-120"/>
              </a:rPr>
              <a:t>運営システム・組織図</a:t>
            </a:r>
            <a:endParaRPr lang="en-US" sz="1500" dirty="0"/>
          </a:p>
        </p:txBody>
      </p:sp>
      <p:sp>
        <p:nvSpPr>
          <p:cNvPr id="100" name="Shape 98"/>
          <p:cNvSpPr/>
          <p:nvPr/>
        </p:nvSpPr>
        <p:spPr>
          <a:xfrm>
            <a:off x="7086600" y="14164056"/>
            <a:ext cx="5029200" cy="804672"/>
          </a:xfrm>
          <a:prstGeom prst="roundRect">
            <a:avLst>
              <a:gd name="adj" fmla="val 25000"/>
            </a:avLst>
          </a:prstGeom>
          <a:solidFill>
            <a:srgbClr val="1B2C4E"/>
          </a:solidFill>
          <a:ln w="12700">
            <a:solidFill>
              <a:srgbClr val="1B2C4E"/>
            </a:solidFill>
            <a:prstDash val="solid"/>
          </a:ln>
        </p:spPr>
      </p:sp>
      <p:sp>
        <p:nvSpPr>
          <p:cNvPr id="101" name="Text 99"/>
          <p:cNvSpPr/>
          <p:nvPr/>
        </p:nvSpPr>
        <p:spPr>
          <a:xfrm>
            <a:off x="7086600" y="14218920"/>
            <a:ext cx="5029200" cy="402336"/>
          </a:xfrm>
          <a:prstGeom prst="rect">
            <a:avLst/>
          </a:prstGeom>
          <a:noFill/>
          <a:ln/>
        </p:spPr>
        <p:txBody>
          <a:bodyPr wrap="square"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  神大留学リアル</a:t>
            </a:r>
            <a:endParaRPr lang="en-US" sz="950" dirty="0"/>
          </a:p>
        </p:txBody>
      </p:sp>
      <p:sp>
        <p:nvSpPr>
          <p:cNvPr id="102" name="Text 100"/>
          <p:cNvSpPr/>
          <p:nvPr/>
        </p:nvSpPr>
        <p:spPr>
          <a:xfrm>
            <a:off x="7086600" y="14602968"/>
            <a:ext cx="5029200" cy="274320"/>
          </a:xfrm>
          <a:prstGeom prst="rect">
            <a:avLst/>
          </a:prstGeom>
          <a:noFill/>
          <a:ln/>
        </p:spPr>
        <p:txBody>
          <a:bodyPr wrap="square" rtlCol="0" anchor="ctr"/>
          <a:lstStyle/>
          <a:p>
            <a:pPr algn="ctr" indent="0" marL="0">
              <a:buNone/>
            </a:pPr>
            <a:r>
              <a:rPr lang="en-US" sz="650" dirty="0">
                <a:solidFill>
                  <a:srgbClr val="AABBD0"/>
                </a:solidFill>
                <a:latin typeface="Noto Sans JP" pitchFamily="34" charset="0"/>
                <a:ea typeface="Noto Sans JP" pitchFamily="34" charset="-122"/>
                <a:cs typeface="Noto Sans JP" pitchFamily="34" charset="-120"/>
              </a:rPr>
              <a:t>学生団体 全体統括</a:t>
            </a:r>
            <a:endParaRPr lang="en-US" sz="650" dirty="0"/>
          </a:p>
        </p:txBody>
      </p:sp>
      <p:sp>
        <p:nvSpPr>
          <p:cNvPr id="103" name="Shape 101"/>
          <p:cNvSpPr/>
          <p:nvPr/>
        </p:nvSpPr>
        <p:spPr>
          <a:xfrm>
            <a:off x="9601200" y="14968728"/>
            <a:ext cx="0" cy="320040"/>
          </a:xfrm>
          <a:prstGeom prst="line">
            <a:avLst/>
          </a:prstGeom>
          <a:noFill/>
          <a:ln w="12700">
            <a:solidFill>
              <a:srgbClr val="1B2C4E"/>
            </a:solidFill>
            <a:prstDash val="solid"/>
          </a:ln>
        </p:spPr>
      </p:sp>
      <p:sp>
        <p:nvSpPr>
          <p:cNvPr id="104" name="Shape 102"/>
          <p:cNvSpPr/>
          <p:nvPr/>
        </p:nvSpPr>
        <p:spPr>
          <a:xfrm>
            <a:off x="3694176" y="15288768"/>
            <a:ext cx="11814048" cy="0"/>
          </a:xfrm>
          <a:prstGeom prst="line">
            <a:avLst/>
          </a:prstGeom>
          <a:noFill/>
          <a:ln w="12700">
            <a:solidFill>
              <a:srgbClr val="1B2C4E"/>
            </a:solidFill>
            <a:prstDash val="solid"/>
          </a:ln>
        </p:spPr>
      </p:sp>
      <p:sp>
        <p:nvSpPr>
          <p:cNvPr id="105" name="Shape 103"/>
          <p:cNvSpPr/>
          <p:nvPr/>
        </p:nvSpPr>
        <p:spPr>
          <a:xfrm>
            <a:off x="3694176" y="15288768"/>
            <a:ext cx="0" cy="292608"/>
          </a:xfrm>
          <a:prstGeom prst="line">
            <a:avLst/>
          </a:prstGeom>
          <a:noFill/>
          <a:ln w="12700">
            <a:solidFill>
              <a:srgbClr val="1B2C4E"/>
            </a:solidFill>
            <a:prstDash val="solid"/>
          </a:ln>
        </p:spPr>
      </p:sp>
      <p:sp>
        <p:nvSpPr>
          <p:cNvPr id="106" name="Shape 104"/>
          <p:cNvSpPr/>
          <p:nvPr/>
        </p:nvSpPr>
        <p:spPr>
          <a:xfrm>
            <a:off x="9601200" y="15288768"/>
            <a:ext cx="0" cy="292608"/>
          </a:xfrm>
          <a:prstGeom prst="line">
            <a:avLst/>
          </a:prstGeom>
          <a:noFill/>
          <a:ln w="12700">
            <a:solidFill>
              <a:srgbClr val="1B2C4E"/>
            </a:solidFill>
            <a:prstDash val="solid"/>
          </a:ln>
        </p:spPr>
      </p:sp>
      <p:sp>
        <p:nvSpPr>
          <p:cNvPr id="107" name="Shape 105"/>
          <p:cNvSpPr/>
          <p:nvPr/>
        </p:nvSpPr>
        <p:spPr>
          <a:xfrm>
            <a:off x="15508224" y="15288768"/>
            <a:ext cx="0" cy="292608"/>
          </a:xfrm>
          <a:prstGeom prst="line">
            <a:avLst/>
          </a:prstGeom>
          <a:noFill/>
          <a:ln w="12700">
            <a:solidFill>
              <a:srgbClr val="1B2C4E"/>
            </a:solidFill>
            <a:prstDash val="solid"/>
          </a:ln>
        </p:spPr>
      </p:sp>
      <p:sp>
        <p:nvSpPr>
          <p:cNvPr id="108" name="Shape 106"/>
          <p:cNvSpPr/>
          <p:nvPr/>
        </p:nvSpPr>
        <p:spPr>
          <a:xfrm>
            <a:off x="868680" y="15581376"/>
            <a:ext cx="5650992" cy="2377440"/>
          </a:xfrm>
          <a:prstGeom prst="roundRect">
            <a:avLst>
              <a:gd name="adj" fmla="val 8462"/>
            </a:avLst>
          </a:prstGeom>
          <a:solidFill>
            <a:srgbClr val="243760"/>
          </a:solidFill>
          <a:ln w="12700">
            <a:solidFill>
              <a:srgbClr val="243760"/>
            </a:solidFill>
            <a:prstDash val="solid"/>
          </a:ln>
        </p:spPr>
      </p:sp>
      <p:sp>
        <p:nvSpPr>
          <p:cNvPr id="109" name="Text 107"/>
          <p:cNvSpPr/>
          <p:nvPr/>
        </p:nvSpPr>
        <p:spPr>
          <a:xfrm>
            <a:off x="1051560" y="15782544"/>
            <a:ext cx="5376672" cy="384048"/>
          </a:xfrm>
          <a:prstGeom prst="rect">
            <a:avLst/>
          </a:prstGeom>
          <a:noFill/>
          <a:ln/>
        </p:spPr>
        <p:txBody>
          <a:bodyPr wrap="square" rtlCol="0" anchor="ctr"/>
          <a:lstStyle/>
          <a:p>
            <a:pPr indent="0" marL="0">
              <a:buNone/>
            </a:pPr>
            <a:r>
              <a:rPr lang="en-US" sz="850" b="1" dirty="0">
                <a:solidFill>
                  <a:srgbClr val="FFFFFF"/>
                </a:solidFill>
                <a:latin typeface="Noto Sans JP" pitchFamily="34" charset="0"/>
                <a:ea typeface="Noto Sans JP" pitchFamily="34" charset="-122"/>
                <a:cs typeface="Noto Sans JP" pitchFamily="34" charset="-120"/>
              </a:rPr>
              <a:t>A. 運営管理部</a:t>
            </a:r>
            <a:endParaRPr lang="en-US" sz="850" dirty="0"/>
          </a:p>
        </p:txBody>
      </p:sp>
      <p:sp>
        <p:nvSpPr>
          <p:cNvPr id="110" name="Text 108"/>
          <p:cNvSpPr/>
          <p:nvPr/>
        </p:nvSpPr>
        <p:spPr>
          <a:xfrm>
            <a:off x="1051560" y="16148304"/>
            <a:ext cx="5376672" cy="292608"/>
          </a:xfrm>
          <a:prstGeom prst="rect">
            <a:avLst/>
          </a:prstGeom>
          <a:noFill/>
          <a:ln/>
        </p:spPr>
        <p:txBody>
          <a:bodyPr wrap="square" rtlCol="0" anchor="ctr"/>
          <a:lstStyle/>
          <a:p>
            <a:pPr indent="0" marL="0">
              <a:buNone/>
            </a:pPr>
            <a:r>
              <a:rPr lang="en-US" sz="650" dirty="0">
                <a:solidFill>
                  <a:srgbClr val="AABBD0"/>
                </a:solidFill>
                <a:latin typeface="Noto Sans JP" pitchFamily="34" charset="0"/>
                <a:ea typeface="Noto Sans JP" pitchFamily="34" charset="-122"/>
                <a:cs typeface="Noto Sans JP" pitchFamily="34" charset="-120"/>
              </a:rPr>
              <a:t>B・C部門の全体管理</a:t>
            </a:r>
            <a:endParaRPr lang="en-US" sz="650" dirty="0"/>
          </a:p>
        </p:txBody>
      </p:sp>
      <p:sp>
        <p:nvSpPr>
          <p:cNvPr id="111" name="Text 109"/>
          <p:cNvSpPr/>
          <p:nvPr/>
        </p:nvSpPr>
        <p:spPr>
          <a:xfrm>
            <a:off x="1051560" y="1656892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会議調整・議事進行</a:t>
            </a:r>
            <a:endParaRPr lang="en-US" sz="750" dirty="0"/>
          </a:p>
        </p:txBody>
      </p:sp>
      <p:sp>
        <p:nvSpPr>
          <p:cNvPr id="112" name="Text 110"/>
          <p:cNvSpPr/>
          <p:nvPr/>
        </p:nvSpPr>
        <p:spPr>
          <a:xfrm>
            <a:off x="1051560" y="1698040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渉外・対外折衝</a:t>
            </a:r>
            <a:endParaRPr lang="en-US" sz="750" dirty="0"/>
          </a:p>
        </p:txBody>
      </p:sp>
      <p:sp>
        <p:nvSpPr>
          <p:cNvPr id="113" name="Text 111"/>
          <p:cNvSpPr/>
          <p:nvPr/>
        </p:nvSpPr>
        <p:spPr>
          <a:xfrm>
            <a:off x="1051560" y="1739188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団体設立関連手続き</a:t>
            </a:r>
            <a:endParaRPr lang="en-US" sz="750" dirty="0"/>
          </a:p>
        </p:txBody>
      </p:sp>
      <p:sp>
        <p:nvSpPr>
          <p:cNvPr id="114" name="Shape 112"/>
          <p:cNvSpPr/>
          <p:nvPr/>
        </p:nvSpPr>
        <p:spPr>
          <a:xfrm>
            <a:off x="6775704" y="15581376"/>
            <a:ext cx="5650992" cy="2377440"/>
          </a:xfrm>
          <a:prstGeom prst="roundRect">
            <a:avLst>
              <a:gd name="adj" fmla="val 8462"/>
            </a:avLst>
          </a:prstGeom>
          <a:solidFill>
            <a:srgbClr val="1A7040"/>
          </a:solidFill>
          <a:ln w="12700">
            <a:solidFill>
              <a:srgbClr val="1A7040"/>
            </a:solidFill>
            <a:prstDash val="solid"/>
          </a:ln>
        </p:spPr>
      </p:sp>
      <p:sp>
        <p:nvSpPr>
          <p:cNvPr id="115" name="Text 113"/>
          <p:cNvSpPr/>
          <p:nvPr/>
        </p:nvSpPr>
        <p:spPr>
          <a:xfrm>
            <a:off x="6958584" y="15782544"/>
            <a:ext cx="5376672" cy="384048"/>
          </a:xfrm>
          <a:prstGeom prst="rect">
            <a:avLst/>
          </a:prstGeom>
          <a:noFill/>
          <a:ln/>
        </p:spPr>
        <p:txBody>
          <a:bodyPr wrap="square" rtlCol="0" anchor="ctr"/>
          <a:lstStyle/>
          <a:p>
            <a:pPr indent="0" marL="0">
              <a:buNone/>
            </a:pPr>
            <a:r>
              <a:rPr lang="en-US" sz="850" b="1" dirty="0">
                <a:solidFill>
                  <a:srgbClr val="FFFFFF"/>
                </a:solidFill>
                <a:latin typeface="Noto Sans JP" pitchFamily="34" charset="0"/>
                <a:ea typeface="Noto Sans JP" pitchFamily="34" charset="-122"/>
                <a:cs typeface="Noto Sans JP" pitchFamily="34" charset="-120"/>
              </a:rPr>
              <a:t>B. 広報部</a:t>
            </a:r>
            <a:endParaRPr lang="en-US" sz="850" dirty="0"/>
          </a:p>
        </p:txBody>
      </p:sp>
      <p:sp>
        <p:nvSpPr>
          <p:cNvPr id="116" name="Text 114"/>
          <p:cNvSpPr/>
          <p:nvPr/>
        </p:nvSpPr>
        <p:spPr>
          <a:xfrm>
            <a:off x="6958584" y="16148304"/>
            <a:ext cx="5376672" cy="292608"/>
          </a:xfrm>
          <a:prstGeom prst="rect">
            <a:avLst/>
          </a:prstGeom>
          <a:noFill/>
          <a:ln/>
        </p:spPr>
        <p:txBody>
          <a:bodyPr wrap="square" rtlCol="0" anchor="ctr"/>
          <a:lstStyle/>
          <a:p>
            <a:pPr indent="0" marL="0">
              <a:buNone/>
            </a:pPr>
            <a:r>
              <a:rPr lang="en-US" sz="650" dirty="0">
                <a:solidFill>
                  <a:srgbClr val="AABBD0"/>
                </a:solidFill>
                <a:latin typeface="Noto Sans JP" pitchFamily="34" charset="0"/>
                <a:ea typeface="Noto Sans JP" pitchFamily="34" charset="-122"/>
                <a:cs typeface="Noto Sans JP" pitchFamily="34" charset="-120"/>
              </a:rPr>
              <a:t>情報発信・コンテンツ管理</a:t>
            </a:r>
            <a:endParaRPr lang="en-US" sz="650" dirty="0"/>
          </a:p>
        </p:txBody>
      </p:sp>
      <p:sp>
        <p:nvSpPr>
          <p:cNvPr id="117" name="Text 115"/>
          <p:cNvSpPr/>
          <p:nvPr/>
        </p:nvSpPr>
        <p:spPr>
          <a:xfrm>
            <a:off x="6958584" y="1656892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Instagram（ストーリー・固定投稿）</a:t>
            </a:r>
            <a:endParaRPr lang="en-US" sz="750" dirty="0"/>
          </a:p>
        </p:txBody>
      </p:sp>
      <p:sp>
        <p:nvSpPr>
          <p:cNvPr id="118" name="Text 116"/>
          <p:cNvSpPr/>
          <p:nvPr/>
        </p:nvSpPr>
        <p:spPr>
          <a:xfrm>
            <a:off x="6958584" y="1698040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Canvaコンテンツ作成</a:t>
            </a:r>
            <a:endParaRPr lang="en-US" sz="750" dirty="0"/>
          </a:p>
        </p:txBody>
      </p:sp>
      <p:sp>
        <p:nvSpPr>
          <p:cNvPr id="119" name="Text 117"/>
          <p:cNvSpPr/>
          <p:nvPr/>
        </p:nvSpPr>
        <p:spPr>
          <a:xfrm>
            <a:off x="6958584" y="1739188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note・website管理</a:t>
            </a:r>
            <a:endParaRPr lang="en-US" sz="750" dirty="0"/>
          </a:p>
        </p:txBody>
      </p:sp>
      <p:sp>
        <p:nvSpPr>
          <p:cNvPr id="120" name="Shape 118"/>
          <p:cNvSpPr/>
          <p:nvPr/>
        </p:nvSpPr>
        <p:spPr>
          <a:xfrm>
            <a:off x="12682728" y="15581376"/>
            <a:ext cx="5650992" cy="2377440"/>
          </a:xfrm>
          <a:prstGeom prst="roundRect">
            <a:avLst>
              <a:gd name="adj" fmla="val 8462"/>
            </a:avLst>
          </a:prstGeom>
          <a:solidFill>
            <a:srgbClr val="5B3D9A"/>
          </a:solidFill>
          <a:ln w="12700">
            <a:solidFill>
              <a:srgbClr val="5B3D9A"/>
            </a:solidFill>
            <a:prstDash val="solid"/>
          </a:ln>
        </p:spPr>
      </p:sp>
      <p:sp>
        <p:nvSpPr>
          <p:cNvPr id="121" name="Text 119"/>
          <p:cNvSpPr/>
          <p:nvPr/>
        </p:nvSpPr>
        <p:spPr>
          <a:xfrm>
            <a:off x="12865608" y="15782544"/>
            <a:ext cx="5376672" cy="384048"/>
          </a:xfrm>
          <a:prstGeom prst="rect">
            <a:avLst/>
          </a:prstGeom>
          <a:noFill/>
          <a:ln/>
        </p:spPr>
        <p:txBody>
          <a:bodyPr wrap="square" rtlCol="0" anchor="ctr"/>
          <a:lstStyle/>
          <a:p>
            <a:pPr indent="0" marL="0">
              <a:buNone/>
            </a:pPr>
            <a:r>
              <a:rPr lang="en-US" sz="850" b="1" dirty="0">
                <a:solidFill>
                  <a:srgbClr val="FFFFFF"/>
                </a:solidFill>
                <a:latin typeface="Noto Sans JP" pitchFamily="34" charset="0"/>
                <a:ea typeface="Noto Sans JP" pitchFamily="34" charset="-122"/>
                <a:cs typeface="Noto Sans JP" pitchFamily="34" charset="-120"/>
              </a:rPr>
              <a:t>C. 留学支援部</a:t>
            </a:r>
            <a:endParaRPr lang="en-US" sz="850" dirty="0"/>
          </a:p>
        </p:txBody>
      </p:sp>
      <p:sp>
        <p:nvSpPr>
          <p:cNvPr id="122" name="Text 120"/>
          <p:cNvSpPr/>
          <p:nvPr/>
        </p:nvSpPr>
        <p:spPr>
          <a:xfrm>
            <a:off x="12865608" y="16148304"/>
            <a:ext cx="5376672" cy="292608"/>
          </a:xfrm>
          <a:prstGeom prst="rect">
            <a:avLst/>
          </a:prstGeom>
          <a:noFill/>
          <a:ln/>
        </p:spPr>
        <p:txBody>
          <a:bodyPr wrap="square" rtlCol="0" anchor="ctr"/>
          <a:lstStyle/>
          <a:p>
            <a:pPr indent="0" marL="0">
              <a:buNone/>
            </a:pPr>
            <a:r>
              <a:rPr lang="en-US" sz="650" dirty="0">
                <a:solidFill>
                  <a:srgbClr val="AABBD0"/>
                </a:solidFill>
                <a:latin typeface="Noto Sans JP" pitchFamily="34" charset="0"/>
                <a:ea typeface="Noto Sans JP" pitchFamily="34" charset="-122"/>
                <a:cs typeface="Noto Sans JP" pitchFamily="34" charset="-120"/>
              </a:rPr>
              <a:t>コミュニティ・イベント管理</a:t>
            </a:r>
            <a:endParaRPr lang="en-US" sz="650" dirty="0"/>
          </a:p>
        </p:txBody>
      </p:sp>
      <p:sp>
        <p:nvSpPr>
          <p:cNvPr id="123" name="Text 121"/>
          <p:cNvSpPr/>
          <p:nvPr/>
        </p:nvSpPr>
        <p:spPr>
          <a:xfrm>
            <a:off x="12865608" y="1656892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支援LINEグループ運営</a:t>
            </a:r>
            <a:endParaRPr lang="en-US" sz="750" dirty="0"/>
          </a:p>
        </p:txBody>
      </p:sp>
      <p:sp>
        <p:nvSpPr>
          <p:cNvPr id="124" name="Text 122"/>
          <p:cNvSpPr/>
          <p:nvPr/>
        </p:nvSpPr>
        <p:spPr>
          <a:xfrm>
            <a:off x="12865608" y="1698040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オープンチャット管理</a:t>
            </a:r>
            <a:endParaRPr lang="en-US" sz="750" dirty="0"/>
          </a:p>
        </p:txBody>
      </p:sp>
      <p:sp>
        <p:nvSpPr>
          <p:cNvPr id="125" name="Text 123"/>
          <p:cNvSpPr/>
          <p:nvPr/>
        </p:nvSpPr>
        <p:spPr>
          <a:xfrm>
            <a:off x="12865608" y="17391888"/>
            <a:ext cx="5376672" cy="402336"/>
          </a:xfrm>
          <a:prstGeom prst="rect">
            <a:avLst/>
          </a:prstGeom>
          <a:noFill/>
          <a:ln/>
        </p:spPr>
        <p:txBody>
          <a:bodyPr wrap="square" rtlCol="0" anchor="ctr"/>
          <a:lstStyle/>
          <a:p>
            <a:pPr indent="0" marL="0">
              <a:buNone/>
            </a:pPr>
            <a:r>
              <a:rPr lang="en-US" sz="750" dirty="0">
                <a:solidFill>
                  <a:srgbClr val="FFFFFF"/>
                </a:solidFill>
                <a:latin typeface="Noto Sans JP" pitchFamily="34" charset="0"/>
                <a:ea typeface="Noto Sans JP" pitchFamily="34" charset="-122"/>
                <a:cs typeface="Noto Sans JP" pitchFamily="34" charset="-120"/>
              </a:rPr>
              <a:t>▸  対面・オンラインイベント企画・実行</a:t>
            </a:r>
            <a:endParaRPr lang="en-US" sz="750" dirty="0"/>
          </a:p>
        </p:txBody>
      </p:sp>
      <p:sp>
        <p:nvSpPr>
          <p:cNvPr id="126" name="Shape 124"/>
          <p:cNvSpPr/>
          <p:nvPr/>
        </p:nvSpPr>
        <p:spPr>
          <a:xfrm>
            <a:off x="868680" y="18233136"/>
            <a:ext cx="5638800" cy="1170432"/>
          </a:xfrm>
          <a:prstGeom prst="roundRect">
            <a:avLst>
              <a:gd name="adj" fmla="val 17188"/>
            </a:avLst>
          </a:prstGeom>
          <a:solidFill>
            <a:srgbClr val="FFFFFF"/>
          </a:solidFill>
          <a:ln w="8890">
            <a:solidFill>
              <a:srgbClr val="DDD5C0"/>
            </a:solidFill>
            <a:prstDash val="solid"/>
          </a:ln>
        </p:spPr>
      </p:sp>
      <p:sp>
        <p:nvSpPr>
          <p:cNvPr id="127" name="Text 125"/>
          <p:cNvSpPr/>
          <p:nvPr/>
        </p:nvSpPr>
        <p:spPr>
          <a:xfrm>
            <a:off x="1051560" y="18525744"/>
            <a:ext cx="548640" cy="502920"/>
          </a:xfrm>
          <a:prstGeom prst="rect">
            <a:avLst/>
          </a:prstGeom>
          <a:noFill/>
          <a:ln/>
        </p:spPr>
        <p:txBody>
          <a:bodyPr wrap="square" rtlCol="0" anchor="ctr"/>
          <a:lstStyle/>
          <a:p>
            <a:pPr indent="0" marL="0">
              <a:buNone/>
            </a:pPr>
            <a:r>
              <a:rPr lang="en-US" sz="1300" dirty="0">
                <a:solidFill>
                  <a:srgbClr val="000000"/>
                </a:solidFill>
              </a:rPr>
              <a:t>🗂</a:t>
            </a:r>
            <a:endParaRPr lang="en-US" sz="1300" dirty="0"/>
          </a:p>
        </p:txBody>
      </p:sp>
      <p:sp>
        <p:nvSpPr>
          <p:cNvPr id="128" name="Text 126"/>
          <p:cNvSpPr/>
          <p:nvPr/>
        </p:nvSpPr>
        <p:spPr>
          <a:xfrm>
            <a:off x="1645920" y="18461736"/>
            <a:ext cx="4724400" cy="347472"/>
          </a:xfrm>
          <a:prstGeom prst="rect">
            <a:avLst/>
          </a:prstGeom>
          <a:noFill/>
          <a:ln/>
        </p:spPr>
        <p:txBody>
          <a:bodyPr wrap="square" rtlCol="0" anchor="ctr"/>
          <a:lstStyle/>
          <a:p>
            <a:pPr indent="0" marL="0">
              <a:buNone/>
            </a:pPr>
            <a:r>
              <a:rPr lang="en-US" sz="850" b="1" dirty="0">
                <a:solidFill>
                  <a:srgbClr val="1B2C4E"/>
                </a:solidFill>
                <a:latin typeface="Noto Sans JP" pitchFamily="34" charset="0"/>
                <a:ea typeface="Noto Sans JP" pitchFamily="34" charset="-122"/>
                <a:cs typeface="Noto Sans JP" pitchFamily="34" charset="-120"/>
              </a:rPr>
              <a:t>Notion（全員）</a:t>
            </a:r>
            <a:endParaRPr lang="en-US" sz="850" dirty="0"/>
          </a:p>
        </p:txBody>
      </p:sp>
      <p:sp>
        <p:nvSpPr>
          <p:cNvPr id="129" name="Text 127"/>
          <p:cNvSpPr/>
          <p:nvPr/>
        </p:nvSpPr>
        <p:spPr>
          <a:xfrm>
            <a:off x="1645920" y="18818352"/>
            <a:ext cx="4724400" cy="530352"/>
          </a:xfrm>
          <a:prstGeom prst="rect">
            <a:avLst/>
          </a:prstGeom>
          <a:noFill/>
          <a:ln/>
        </p:spPr>
        <p:txBody>
          <a:bodyPr wrap="square" rtlCol="0" anchor="t"/>
          <a:lstStyle/>
          <a:p>
            <a:pPr indent="0" marL="0">
              <a:buNone/>
            </a:pPr>
            <a:r>
              <a:rPr lang="en-US" sz="700" dirty="0">
                <a:solidFill>
                  <a:srgbClr val="888888"/>
                </a:solidFill>
                <a:latin typeface="Noto Sans JP" pitchFamily="34" charset="0"/>
                <a:ea typeface="Noto Sans JP" pitchFamily="34" charset="-122"/>
                <a:cs typeface="Noto Sans JP" pitchFamily="34" charset="-120"/>
              </a:rPr>
              <a:t>議事録・タスク管理の拠点</a:t>
            </a:r>
            <a:endParaRPr lang="en-US" sz="700" dirty="0"/>
          </a:p>
        </p:txBody>
      </p:sp>
      <p:sp>
        <p:nvSpPr>
          <p:cNvPr id="130" name="Shape 128"/>
          <p:cNvSpPr/>
          <p:nvPr/>
        </p:nvSpPr>
        <p:spPr>
          <a:xfrm>
            <a:off x="6781800" y="18233136"/>
            <a:ext cx="5638800" cy="1170432"/>
          </a:xfrm>
          <a:prstGeom prst="roundRect">
            <a:avLst>
              <a:gd name="adj" fmla="val 17188"/>
            </a:avLst>
          </a:prstGeom>
          <a:solidFill>
            <a:srgbClr val="FFFFFF"/>
          </a:solidFill>
          <a:ln w="8890">
            <a:solidFill>
              <a:srgbClr val="DDD5C0"/>
            </a:solidFill>
            <a:prstDash val="solid"/>
          </a:ln>
        </p:spPr>
      </p:sp>
      <p:sp>
        <p:nvSpPr>
          <p:cNvPr id="131" name="Text 129"/>
          <p:cNvSpPr/>
          <p:nvPr/>
        </p:nvSpPr>
        <p:spPr>
          <a:xfrm>
            <a:off x="6964680" y="18525744"/>
            <a:ext cx="548640" cy="502920"/>
          </a:xfrm>
          <a:prstGeom prst="rect">
            <a:avLst/>
          </a:prstGeom>
          <a:noFill/>
          <a:ln/>
        </p:spPr>
        <p:txBody>
          <a:bodyPr wrap="square" rtlCol="0" anchor="ctr"/>
          <a:lstStyle/>
          <a:p>
            <a:pPr indent="0" marL="0">
              <a:buNone/>
            </a:pPr>
            <a:r>
              <a:rPr lang="en-US" sz="1300" dirty="0">
                <a:solidFill>
                  <a:srgbClr val="000000"/>
                </a:solidFill>
              </a:rPr>
              <a:t>💬</a:t>
            </a:r>
            <a:endParaRPr lang="en-US" sz="1300" dirty="0"/>
          </a:p>
        </p:txBody>
      </p:sp>
      <p:sp>
        <p:nvSpPr>
          <p:cNvPr id="132" name="Text 130"/>
          <p:cNvSpPr/>
          <p:nvPr/>
        </p:nvSpPr>
        <p:spPr>
          <a:xfrm>
            <a:off x="7559040" y="18461736"/>
            <a:ext cx="4724400" cy="347472"/>
          </a:xfrm>
          <a:prstGeom prst="rect">
            <a:avLst/>
          </a:prstGeom>
          <a:noFill/>
          <a:ln/>
        </p:spPr>
        <p:txBody>
          <a:bodyPr wrap="square" rtlCol="0" anchor="ctr"/>
          <a:lstStyle/>
          <a:p>
            <a:pPr indent="0" marL="0">
              <a:buNone/>
            </a:pPr>
            <a:r>
              <a:rPr lang="en-US" sz="850" b="1" dirty="0">
                <a:solidFill>
                  <a:srgbClr val="1B2C4E"/>
                </a:solidFill>
                <a:latin typeface="Noto Sans JP" pitchFamily="34" charset="0"/>
                <a:ea typeface="Noto Sans JP" pitchFamily="34" charset="-122"/>
                <a:cs typeface="Noto Sans JP" pitchFamily="34" charset="-120"/>
              </a:rPr>
              <a:t>Discord（全員）</a:t>
            </a:r>
            <a:endParaRPr lang="en-US" sz="850" dirty="0"/>
          </a:p>
        </p:txBody>
      </p:sp>
      <p:sp>
        <p:nvSpPr>
          <p:cNvPr id="133" name="Text 131"/>
          <p:cNvSpPr/>
          <p:nvPr/>
        </p:nvSpPr>
        <p:spPr>
          <a:xfrm>
            <a:off x="7559040" y="18818352"/>
            <a:ext cx="4724400" cy="530352"/>
          </a:xfrm>
          <a:prstGeom prst="rect">
            <a:avLst/>
          </a:prstGeom>
          <a:noFill/>
          <a:ln/>
        </p:spPr>
        <p:txBody>
          <a:bodyPr wrap="square" rtlCol="0" anchor="t"/>
          <a:lstStyle/>
          <a:p>
            <a:pPr indent="0" marL="0">
              <a:buNone/>
            </a:pPr>
            <a:r>
              <a:rPr lang="en-US" sz="700" dirty="0">
                <a:solidFill>
                  <a:srgbClr val="888888"/>
                </a:solidFill>
                <a:latin typeface="Noto Sans JP" pitchFamily="34" charset="0"/>
                <a:ea typeface="Noto Sans JP" pitchFamily="34" charset="-122"/>
                <a:cs typeface="Noto Sans JP" pitchFamily="34" charset="-120"/>
              </a:rPr>
              <a:t>進捗・相談などコミュニケーションの場。各班ごとにチャンネルが分岐。</a:t>
            </a:r>
            <a:endParaRPr lang="en-US" sz="700" dirty="0"/>
          </a:p>
        </p:txBody>
      </p:sp>
      <p:sp>
        <p:nvSpPr>
          <p:cNvPr id="134" name="Shape 132"/>
          <p:cNvSpPr/>
          <p:nvPr/>
        </p:nvSpPr>
        <p:spPr>
          <a:xfrm>
            <a:off x="12694920" y="18233136"/>
            <a:ext cx="5638800" cy="1170432"/>
          </a:xfrm>
          <a:prstGeom prst="roundRect">
            <a:avLst>
              <a:gd name="adj" fmla="val 17188"/>
            </a:avLst>
          </a:prstGeom>
          <a:solidFill>
            <a:srgbClr val="FFFFFF"/>
          </a:solidFill>
          <a:ln w="8890">
            <a:solidFill>
              <a:srgbClr val="DDD5C0"/>
            </a:solidFill>
            <a:prstDash val="solid"/>
          </a:ln>
        </p:spPr>
      </p:sp>
      <p:sp>
        <p:nvSpPr>
          <p:cNvPr id="135" name="Text 133"/>
          <p:cNvSpPr/>
          <p:nvPr/>
        </p:nvSpPr>
        <p:spPr>
          <a:xfrm>
            <a:off x="12877800" y="18489168"/>
            <a:ext cx="502920" cy="502920"/>
          </a:xfrm>
          <a:prstGeom prst="rect">
            <a:avLst/>
          </a:prstGeom>
          <a:noFill/>
          <a:ln/>
        </p:spPr>
        <p:txBody>
          <a:bodyPr wrap="square" rtlCol="0" anchor="ctr"/>
          <a:lstStyle/>
          <a:p>
            <a:pPr indent="0" marL="0">
              <a:buNone/>
            </a:pPr>
            <a:r>
              <a:rPr lang="en-US" sz="1300" dirty="0">
                <a:solidFill>
                  <a:srgbClr val="000000"/>
                </a:solidFill>
              </a:rPr>
              <a:t>📅</a:t>
            </a:r>
            <a:endParaRPr lang="en-US" sz="1300" dirty="0"/>
          </a:p>
        </p:txBody>
      </p:sp>
      <p:sp>
        <p:nvSpPr>
          <p:cNvPr id="136" name="Text 134"/>
          <p:cNvSpPr/>
          <p:nvPr/>
        </p:nvSpPr>
        <p:spPr>
          <a:xfrm>
            <a:off x="13472160" y="18342864"/>
            <a:ext cx="4724400" cy="256032"/>
          </a:xfrm>
          <a:prstGeom prst="rect">
            <a:avLst/>
          </a:prstGeom>
          <a:noFill/>
          <a:ln/>
        </p:spPr>
        <p:txBody>
          <a:bodyPr wrap="square" rtlCol="0" anchor="ctr"/>
          <a:lstStyle/>
          <a:p>
            <a:pPr indent="0" marL="0">
              <a:buNone/>
            </a:pPr>
            <a:r>
              <a:rPr lang="en-US" sz="600" b="1" dirty="0">
                <a:solidFill>
                  <a:srgbClr val="888888"/>
                </a:solidFill>
                <a:latin typeface="Noto Sans JP" pitchFamily="34" charset="0"/>
                <a:ea typeface="Noto Sans JP" pitchFamily="34" charset="-122"/>
                <a:cs typeface="Noto Sans JP" pitchFamily="34" charset="-120"/>
              </a:rPr>
              <a:t>会議頻度</a:t>
            </a:r>
            <a:endParaRPr lang="en-US" sz="600" dirty="0"/>
          </a:p>
        </p:txBody>
      </p:sp>
      <p:sp>
        <p:nvSpPr>
          <p:cNvPr id="137" name="Text 135"/>
          <p:cNvSpPr/>
          <p:nvPr/>
        </p:nvSpPr>
        <p:spPr>
          <a:xfrm>
            <a:off x="13472160" y="18562320"/>
            <a:ext cx="2537460" cy="384048"/>
          </a:xfrm>
          <a:prstGeom prst="rect">
            <a:avLst/>
          </a:prstGeom>
          <a:noFill/>
          <a:ln/>
        </p:spPr>
        <p:txBody>
          <a:bodyPr wrap="square" rtlCol="0" anchor="ctr"/>
          <a:lstStyle/>
          <a:p>
            <a:pPr indent="0" marL="0">
              <a:buNone/>
            </a:pPr>
            <a:r>
              <a:rPr lang="en-US" sz="1200" b="1" dirty="0">
                <a:solidFill>
                  <a:srgbClr val="1B2C4E"/>
                </a:solidFill>
                <a:latin typeface="Noto Sans JP" pitchFamily="34" charset="0"/>
                <a:ea typeface="Noto Sans JP" pitchFamily="34" charset="-122"/>
                <a:cs typeface="Noto Sans JP" pitchFamily="34" charset="-120"/>
              </a:rPr>
              <a:t>月2回</a:t>
            </a:r>
            <a:endParaRPr lang="en-US" sz="1200" dirty="0"/>
          </a:p>
        </p:txBody>
      </p:sp>
      <p:sp>
        <p:nvSpPr>
          <p:cNvPr id="138" name="Shape 136"/>
          <p:cNvSpPr/>
          <p:nvPr/>
        </p:nvSpPr>
        <p:spPr>
          <a:xfrm>
            <a:off x="16119348" y="18507456"/>
            <a:ext cx="0" cy="594360"/>
          </a:xfrm>
          <a:prstGeom prst="line">
            <a:avLst/>
          </a:prstGeom>
          <a:noFill/>
          <a:ln w="8890">
            <a:solidFill>
              <a:srgbClr val="DDD5C0"/>
            </a:solidFill>
            <a:prstDash val="solid"/>
          </a:ln>
        </p:spPr>
      </p:sp>
      <p:sp>
        <p:nvSpPr>
          <p:cNvPr id="139" name="Text 137"/>
          <p:cNvSpPr/>
          <p:nvPr/>
        </p:nvSpPr>
        <p:spPr>
          <a:xfrm>
            <a:off x="16265652" y="18342864"/>
            <a:ext cx="4312920" cy="256032"/>
          </a:xfrm>
          <a:prstGeom prst="rect">
            <a:avLst/>
          </a:prstGeom>
          <a:noFill/>
          <a:ln/>
        </p:spPr>
        <p:txBody>
          <a:bodyPr wrap="square" rtlCol="0" anchor="ctr"/>
          <a:lstStyle/>
          <a:p>
            <a:pPr indent="0" marL="0">
              <a:buNone/>
            </a:pPr>
            <a:r>
              <a:rPr lang="en-US" sz="600" b="1" dirty="0">
                <a:solidFill>
                  <a:srgbClr val="888888"/>
                </a:solidFill>
                <a:latin typeface="Noto Sans JP" pitchFamily="34" charset="0"/>
                <a:ea typeface="Noto Sans JP" pitchFamily="34" charset="-122"/>
                <a:cs typeface="Noto Sans JP" pitchFamily="34" charset="-120"/>
              </a:rPr>
              <a:t>開始時刻</a:t>
            </a:r>
            <a:endParaRPr lang="en-US" sz="600" dirty="0"/>
          </a:p>
        </p:txBody>
      </p:sp>
      <p:sp>
        <p:nvSpPr>
          <p:cNvPr id="140" name="Text 138"/>
          <p:cNvSpPr/>
          <p:nvPr/>
        </p:nvSpPr>
        <p:spPr>
          <a:xfrm>
            <a:off x="16265652" y="18562320"/>
            <a:ext cx="4312920" cy="384048"/>
          </a:xfrm>
          <a:prstGeom prst="rect">
            <a:avLst/>
          </a:prstGeom>
          <a:noFill/>
          <a:ln/>
        </p:spPr>
        <p:txBody>
          <a:bodyPr wrap="square" rtlCol="0" anchor="ctr"/>
          <a:lstStyle/>
          <a:p>
            <a:pPr indent="0" marL="0">
              <a:buNone/>
            </a:pPr>
            <a:r>
              <a:rPr lang="en-US" sz="1200" b="1" dirty="0">
                <a:solidFill>
                  <a:srgbClr val="1B2C4E"/>
                </a:solidFill>
                <a:latin typeface="Noto Sans JP" pitchFamily="34" charset="0"/>
                <a:ea typeface="Noto Sans JP" pitchFamily="34" charset="-122"/>
                <a:cs typeface="Noto Sans JP" pitchFamily="34" charset="-120"/>
              </a:rPr>
              <a:t>21:00〜</a:t>
            </a:r>
            <a:endParaRPr lang="en-US" sz="1200" dirty="0"/>
          </a:p>
        </p:txBody>
      </p:sp>
      <p:sp>
        <p:nvSpPr>
          <p:cNvPr id="141" name="Text 139"/>
          <p:cNvSpPr/>
          <p:nvPr/>
        </p:nvSpPr>
        <p:spPr>
          <a:xfrm>
            <a:off x="13472160" y="19037808"/>
            <a:ext cx="4724400" cy="292608"/>
          </a:xfrm>
          <a:prstGeom prst="rect">
            <a:avLst/>
          </a:prstGeom>
          <a:noFill/>
          <a:ln/>
        </p:spPr>
        <p:txBody>
          <a:bodyPr wrap="square" rtlCol="0" anchor="ctr"/>
          <a:lstStyle/>
          <a:p>
            <a:pPr indent="0" marL="0">
              <a:buNone/>
            </a:pPr>
            <a:r>
              <a:rPr lang="en-US" sz="600" dirty="0">
                <a:solidFill>
                  <a:srgbClr val="888888"/>
                </a:solidFill>
                <a:latin typeface="Noto Sans JP" pitchFamily="34" charset="0"/>
                <a:ea typeface="Noto Sans JP" pitchFamily="34" charset="-122"/>
                <a:cs typeface="Noto Sans JP" pitchFamily="34" charset="-120"/>
              </a:rPr>
              <a:t>留学メンバーと時差を合わせるため</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2026-06-17T06:01:06Z</dcterms:created>
  <dcterms:modified xsi:type="dcterms:W3CDTF">2026-06-17T06:01:06Z</dcterms:modified>
</cp:coreProperties>
</file>